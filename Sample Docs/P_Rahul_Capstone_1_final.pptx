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57" r:id="rId2"/>
    <p:sldId id="402" r:id="rId3"/>
    <p:sldId id="440" r:id="rId4"/>
    <p:sldId id="403" r:id="rId5"/>
    <p:sldId id="438" r:id="rId6"/>
    <p:sldId id="443" r:id="rId7"/>
    <p:sldId id="436" r:id="rId8"/>
    <p:sldId id="414" r:id="rId9"/>
    <p:sldId id="442" r:id="rId10"/>
    <p:sldId id="416" r:id="rId11"/>
    <p:sldId id="417" r:id="rId12"/>
    <p:sldId id="418" r:id="rId13"/>
    <p:sldId id="419" r:id="rId14"/>
    <p:sldId id="429" r:id="rId15"/>
    <p:sldId id="420" r:id="rId16"/>
    <p:sldId id="421" r:id="rId17"/>
    <p:sldId id="422" r:id="rId18"/>
    <p:sldId id="423" r:id="rId19"/>
    <p:sldId id="430" r:id="rId20"/>
    <p:sldId id="387" r:id="rId21"/>
  </p:sldIdLst>
  <p:sldSz cx="12192000" cy="6858000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Slab" pitchFamily="2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kshmisha C R" initials="LCR" lastIdx="1" clrIdx="0">
    <p:extLst>
      <p:ext uri="{19B8F6BF-5375-455C-9EA6-DF929625EA0E}">
        <p15:presenceInfo xmlns:p15="http://schemas.microsoft.com/office/powerpoint/2012/main" userId="S::lakshmisha.cr@reva.edu.in::312cfaaf-b808-4d20-8acc-13912c2a89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2F2F2"/>
    <a:srgbClr val="4A4C55"/>
    <a:srgbClr val="F28128"/>
    <a:srgbClr val="757A7E"/>
    <a:srgbClr val="EE6039"/>
    <a:srgbClr val="6F8E30"/>
    <a:srgbClr val="F99E2B"/>
    <a:srgbClr val="F86633"/>
    <a:srgbClr val="104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E2BAD5-AFE8-4F99-AD57-64D7BFC10471}" v="7" dt="2026-08-18T05:10:23.615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2" autoAdjust="0"/>
    <p:restoredTop sz="74090" autoAdjust="0"/>
  </p:normalViewPr>
  <p:slideViewPr>
    <p:cSldViewPr>
      <p:cViewPr varScale="1">
        <p:scale>
          <a:sx n="69" d="100"/>
          <a:sy n="69" d="100"/>
        </p:scale>
        <p:origin x="1065" y="3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RAHUL" userId="4437c9496d81edbf" providerId="LiveId" clId="{C44AC729-AEB7-4DF1-A98E-5DD774FCD878}"/>
    <pc:docChg chg="undo custSel addSld delSld modSld sldOrd">
      <pc:chgData name="P RAHUL" userId="4437c9496d81edbf" providerId="LiveId" clId="{C44AC729-AEB7-4DF1-A98E-5DD774FCD878}" dt="2026-08-18T08:04:49.028" v="675" actId="20577"/>
      <pc:docMkLst>
        <pc:docMk/>
      </pc:docMkLst>
      <pc:sldChg chg="modSp mod">
        <pc:chgData name="P RAHUL" userId="4437c9496d81edbf" providerId="LiveId" clId="{C44AC729-AEB7-4DF1-A98E-5DD774FCD878}" dt="2026-08-17T07:28:30.286" v="382" actId="20577"/>
        <pc:sldMkLst>
          <pc:docMk/>
          <pc:sldMk cId="0" sldId="257"/>
        </pc:sldMkLst>
        <pc:spChg chg="mod">
          <ac:chgData name="P RAHUL" userId="4437c9496d81edbf" providerId="LiveId" clId="{C44AC729-AEB7-4DF1-A98E-5DD774FCD878}" dt="2026-08-07T11:10:08.731" v="158" actId="20577"/>
          <ac:spMkLst>
            <pc:docMk/>
            <pc:sldMk cId="0" sldId="257"/>
            <ac:spMk id="3" creationId="{0329B6A2-E7A9-D6C5-1860-30D6358949D7}"/>
          </ac:spMkLst>
        </pc:spChg>
        <pc:spChg chg="mod">
          <ac:chgData name="P RAHUL" userId="4437c9496d81edbf" providerId="LiveId" clId="{C44AC729-AEB7-4DF1-A98E-5DD774FCD878}" dt="2026-08-17T07:28:30.286" v="382" actId="20577"/>
          <ac:spMkLst>
            <pc:docMk/>
            <pc:sldMk cId="0" sldId="257"/>
            <ac:spMk id="4" creationId="{BC67931E-FEC8-9C63-192E-7B2200BBFC76}"/>
          </ac:spMkLst>
        </pc:spChg>
      </pc:sldChg>
      <pc:sldChg chg="modSp mod modShow">
        <pc:chgData name="P RAHUL" userId="4437c9496d81edbf" providerId="LiveId" clId="{C44AC729-AEB7-4DF1-A98E-5DD774FCD878}" dt="2026-08-17T05:11:54.679" v="362" actId="14100"/>
        <pc:sldMkLst>
          <pc:docMk/>
          <pc:sldMk cId="407604680" sldId="403"/>
        </pc:sldMkLst>
        <pc:picChg chg="mod">
          <ac:chgData name="P RAHUL" userId="4437c9496d81edbf" providerId="LiveId" clId="{C44AC729-AEB7-4DF1-A98E-5DD774FCD878}" dt="2026-08-17T05:11:54.679" v="362" actId="14100"/>
          <ac:picMkLst>
            <pc:docMk/>
            <pc:sldMk cId="407604680" sldId="403"/>
            <ac:picMk id="4" creationId="{9A3F8104-85A1-DE84-C974-1F14A5CEB982}"/>
          </ac:picMkLst>
        </pc:picChg>
      </pc:sldChg>
      <pc:sldChg chg="modNotesTx">
        <pc:chgData name="P RAHUL" userId="4437c9496d81edbf" providerId="LiveId" clId="{C44AC729-AEB7-4DF1-A98E-5DD774FCD878}" dt="2026-08-17T07:31:18.547" v="386" actId="20577"/>
        <pc:sldMkLst>
          <pc:docMk/>
          <pc:sldMk cId="3249928119" sldId="414"/>
        </pc:sldMkLst>
      </pc:sldChg>
      <pc:sldChg chg="modNotesTx">
        <pc:chgData name="P RAHUL" userId="4437c9496d81edbf" providerId="LiveId" clId="{C44AC729-AEB7-4DF1-A98E-5DD774FCD878}" dt="2026-08-17T11:34:57.780" v="542" actId="20577"/>
        <pc:sldMkLst>
          <pc:docMk/>
          <pc:sldMk cId="24601467" sldId="416"/>
        </pc:sldMkLst>
      </pc:sldChg>
      <pc:sldChg chg="addSp delSp modSp mod modNotesTx">
        <pc:chgData name="P RAHUL" userId="4437c9496d81edbf" providerId="LiveId" clId="{C44AC729-AEB7-4DF1-A98E-5DD774FCD878}" dt="2026-08-18T08:04:49.028" v="675" actId="20577"/>
        <pc:sldMkLst>
          <pc:docMk/>
          <pc:sldMk cId="2804137646" sldId="417"/>
        </pc:sldMkLst>
        <pc:picChg chg="add del mod modCrop">
          <ac:chgData name="P RAHUL" userId="4437c9496d81edbf" providerId="LiveId" clId="{C44AC729-AEB7-4DF1-A98E-5DD774FCD878}" dt="2026-08-17T07:49:18.347" v="393" actId="1076"/>
          <ac:picMkLst>
            <pc:docMk/>
            <pc:sldMk cId="2804137646" sldId="417"/>
            <ac:picMk id="3" creationId="{9C8555C0-C58A-05CA-B2A2-2E0FC1E9E411}"/>
          </ac:picMkLst>
        </pc:picChg>
      </pc:sldChg>
      <pc:sldChg chg="modSp mod ord">
        <pc:chgData name="P RAHUL" userId="4437c9496d81edbf" providerId="LiveId" clId="{C44AC729-AEB7-4DF1-A98E-5DD774FCD878}" dt="2026-08-17T10:19:47.985" v="532"/>
        <pc:sldMkLst>
          <pc:docMk/>
          <pc:sldMk cId="1598218499" sldId="418"/>
        </pc:sldMkLst>
        <pc:spChg chg="mod">
          <ac:chgData name="P RAHUL" userId="4437c9496d81edbf" providerId="LiveId" clId="{C44AC729-AEB7-4DF1-A98E-5DD774FCD878}" dt="2026-08-16T15:43:36.710" v="336" actId="1076"/>
          <ac:spMkLst>
            <pc:docMk/>
            <pc:sldMk cId="1598218499" sldId="418"/>
            <ac:spMk id="6" creationId="{0B994AFF-40DC-DA1F-D2A9-D00AF2138E44}"/>
          </ac:spMkLst>
        </pc:spChg>
      </pc:sldChg>
      <pc:sldChg chg="addSp delSp modSp mod">
        <pc:chgData name="P RAHUL" userId="4437c9496d81edbf" providerId="LiveId" clId="{C44AC729-AEB7-4DF1-A98E-5DD774FCD878}" dt="2026-08-17T09:31:35.941" v="450" actId="1076"/>
        <pc:sldMkLst>
          <pc:docMk/>
          <pc:sldMk cId="3726144123" sldId="419"/>
        </pc:sldMkLst>
        <pc:picChg chg="add mod">
          <ac:chgData name="P RAHUL" userId="4437c9496d81edbf" providerId="LiveId" clId="{C44AC729-AEB7-4DF1-A98E-5DD774FCD878}" dt="2026-08-17T09:31:35.941" v="450" actId="1076"/>
          <ac:picMkLst>
            <pc:docMk/>
            <pc:sldMk cId="3726144123" sldId="419"/>
            <ac:picMk id="3" creationId="{187CE02A-B4EB-11B9-A390-11F615FE6E52}"/>
          </ac:picMkLst>
        </pc:picChg>
        <pc:picChg chg="del mod">
          <ac:chgData name="P RAHUL" userId="4437c9496d81edbf" providerId="LiveId" clId="{C44AC729-AEB7-4DF1-A98E-5DD774FCD878}" dt="2026-08-17T09:31:29.553" v="446" actId="478"/>
          <ac:picMkLst>
            <pc:docMk/>
            <pc:sldMk cId="3726144123" sldId="419"/>
            <ac:picMk id="13" creationId="{0773D931-BA45-5E07-42FC-6AD546F6066C}"/>
          </ac:picMkLst>
        </pc:picChg>
      </pc:sldChg>
      <pc:sldChg chg="addSp delSp modSp mod">
        <pc:chgData name="P RAHUL" userId="4437c9496d81edbf" providerId="LiveId" clId="{C44AC729-AEB7-4DF1-A98E-5DD774FCD878}" dt="2026-08-17T09:56:49.668" v="510" actId="1076"/>
        <pc:sldMkLst>
          <pc:docMk/>
          <pc:sldMk cId="2457229335" sldId="420"/>
        </pc:sldMkLst>
        <pc:picChg chg="add mod">
          <ac:chgData name="P RAHUL" userId="4437c9496d81edbf" providerId="LiveId" clId="{C44AC729-AEB7-4DF1-A98E-5DD774FCD878}" dt="2026-08-17T09:56:49.668" v="510" actId="1076"/>
          <ac:picMkLst>
            <pc:docMk/>
            <pc:sldMk cId="2457229335" sldId="420"/>
            <ac:picMk id="3" creationId="{A5E222FB-83F9-D032-B015-C9E81A94D356}"/>
          </ac:picMkLst>
        </pc:picChg>
        <pc:picChg chg="add mod">
          <ac:chgData name="P RAHUL" userId="4437c9496d81edbf" providerId="LiveId" clId="{C44AC729-AEB7-4DF1-A98E-5DD774FCD878}" dt="2026-08-17T09:56:40.392" v="506" actId="1076"/>
          <ac:picMkLst>
            <pc:docMk/>
            <pc:sldMk cId="2457229335" sldId="420"/>
            <ac:picMk id="9" creationId="{61DA081D-0187-84A0-C740-9812666066BE}"/>
          </ac:picMkLst>
        </pc:picChg>
      </pc:sldChg>
      <pc:sldChg chg="addSp modSp mod">
        <pc:chgData name="P RAHUL" userId="4437c9496d81edbf" providerId="LiveId" clId="{C44AC729-AEB7-4DF1-A98E-5DD774FCD878}" dt="2026-08-17T09:46:10.402" v="495" actId="20577"/>
        <pc:sldMkLst>
          <pc:docMk/>
          <pc:sldMk cId="3059726982" sldId="421"/>
        </pc:sldMkLst>
        <pc:spChg chg="add mod">
          <ac:chgData name="P RAHUL" userId="4437c9496d81edbf" providerId="LiveId" clId="{C44AC729-AEB7-4DF1-A98E-5DD774FCD878}" dt="2026-08-17T09:46:10.402" v="495" actId="20577"/>
          <ac:spMkLst>
            <pc:docMk/>
            <pc:sldMk cId="3059726982" sldId="421"/>
            <ac:spMk id="3" creationId="{8ABB392C-D535-1640-F8C4-2AD9D77E5775}"/>
          </ac:spMkLst>
        </pc:spChg>
        <pc:picChg chg="mod modCrop">
          <ac:chgData name="P RAHUL" userId="4437c9496d81edbf" providerId="LiveId" clId="{C44AC729-AEB7-4DF1-A98E-5DD774FCD878}" dt="2026-08-17T09:43:01.930" v="455" actId="1076"/>
          <ac:picMkLst>
            <pc:docMk/>
            <pc:sldMk cId="3059726982" sldId="421"/>
            <ac:picMk id="4" creationId="{2F02B1E6-F68F-AB16-6990-37B2BBC8586F}"/>
          </ac:picMkLst>
        </pc:picChg>
      </pc:sldChg>
      <pc:sldChg chg="addSp delSp modSp mod">
        <pc:chgData name="P RAHUL" userId="4437c9496d81edbf" providerId="LiveId" clId="{C44AC729-AEB7-4DF1-A98E-5DD774FCD878}" dt="2026-08-07T11:46:48.408" v="190" actId="1076"/>
        <pc:sldMkLst>
          <pc:docMk/>
          <pc:sldMk cId="860557267" sldId="422"/>
        </pc:sldMkLst>
        <pc:spChg chg="add mod">
          <ac:chgData name="P RAHUL" userId="4437c9496d81edbf" providerId="LiveId" clId="{C44AC729-AEB7-4DF1-A98E-5DD774FCD878}" dt="2026-08-07T11:46:48.408" v="190" actId="1076"/>
          <ac:spMkLst>
            <pc:docMk/>
            <pc:sldMk cId="860557267" sldId="422"/>
            <ac:spMk id="4" creationId="{0A856974-852F-D843-5E16-ACB684DE6665}"/>
          </ac:spMkLst>
        </pc:spChg>
      </pc:sldChg>
      <pc:sldChg chg="del mod modShow">
        <pc:chgData name="P RAHUL" userId="4437c9496d81edbf" providerId="LiveId" clId="{C44AC729-AEB7-4DF1-A98E-5DD774FCD878}" dt="2026-08-18T05:10:10.930" v="631" actId="2696"/>
        <pc:sldMkLst>
          <pc:docMk/>
          <pc:sldMk cId="3812950085" sldId="427"/>
        </pc:sldMkLst>
      </pc:sldChg>
      <pc:sldChg chg="del mod modShow">
        <pc:chgData name="P RAHUL" userId="4437c9496d81edbf" providerId="LiveId" clId="{C44AC729-AEB7-4DF1-A98E-5DD774FCD878}" dt="2026-08-18T05:10:12.906" v="632" actId="2696"/>
        <pc:sldMkLst>
          <pc:docMk/>
          <pc:sldMk cId="2877367848" sldId="428"/>
        </pc:sldMkLst>
      </pc:sldChg>
      <pc:sldChg chg="addSp delSp modSp mod">
        <pc:chgData name="P RAHUL" userId="4437c9496d81edbf" providerId="LiveId" clId="{C44AC729-AEB7-4DF1-A98E-5DD774FCD878}" dt="2026-08-17T08:38:35.967" v="418" actId="1076"/>
        <pc:sldMkLst>
          <pc:docMk/>
          <pc:sldMk cId="3558495613" sldId="429"/>
        </pc:sldMkLst>
        <pc:spChg chg="mod">
          <ac:chgData name="P RAHUL" userId="4437c9496d81edbf" providerId="LiveId" clId="{C44AC729-AEB7-4DF1-A98E-5DD774FCD878}" dt="2026-08-14T09:22:18.668" v="310" actId="20577"/>
          <ac:spMkLst>
            <pc:docMk/>
            <pc:sldMk cId="3558495613" sldId="429"/>
            <ac:spMk id="8" creationId="{01F6FCBD-C8D0-5E48-C22C-23F0DC7D921B}"/>
          </ac:spMkLst>
        </pc:spChg>
        <pc:picChg chg="add mod">
          <ac:chgData name="P RAHUL" userId="4437c9496d81edbf" providerId="LiveId" clId="{C44AC729-AEB7-4DF1-A98E-5DD774FCD878}" dt="2026-08-17T08:38:35.967" v="418" actId="1076"/>
          <ac:picMkLst>
            <pc:docMk/>
            <pc:sldMk cId="3558495613" sldId="429"/>
            <ac:picMk id="3" creationId="{93EBF3D4-CA86-A18B-D080-E8A8E584738E}"/>
          </ac:picMkLst>
        </pc:picChg>
        <pc:picChg chg="del">
          <ac:chgData name="P RAHUL" userId="4437c9496d81edbf" providerId="LiveId" clId="{C44AC729-AEB7-4DF1-A98E-5DD774FCD878}" dt="2026-08-17T08:30:49.307" v="407" actId="478"/>
          <ac:picMkLst>
            <pc:docMk/>
            <pc:sldMk cId="3558495613" sldId="429"/>
            <ac:picMk id="9" creationId="{575216AA-6DEE-5373-FB51-8FCC09697D9F}"/>
          </ac:picMkLst>
        </pc:picChg>
      </pc:sldChg>
      <pc:sldChg chg="addSp delSp modSp add del mod">
        <pc:chgData name="P RAHUL" userId="4437c9496d81edbf" providerId="LiveId" clId="{C44AC729-AEB7-4DF1-A98E-5DD774FCD878}" dt="2026-08-18T05:10:39.508" v="647"/>
        <pc:sldMkLst>
          <pc:docMk/>
          <pc:sldMk cId="645866569" sldId="430"/>
        </pc:sldMkLst>
        <pc:spChg chg="del mod">
          <ac:chgData name="P RAHUL" userId="4437c9496d81edbf" providerId="LiveId" clId="{C44AC729-AEB7-4DF1-A98E-5DD774FCD878}" dt="2026-08-18T05:10:39.508" v="647"/>
          <ac:spMkLst>
            <pc:docMk/>
            <pc:sldMk cId="645866569" sldId="430"/>
            <ac:spMk id="2" creationId="{3DDE64CB-10F6-D72E-563D-76D7E4DC88F6}"/>
          </ac:spMkLst>
        </pc:spChg>
        <pc:spChg chg="add mod">
          <ac:chgData name="P RAHUL" userId="4437c9496d81edbf" providerId="LiveId" clId="{C44AC729-AEB7-4DF1-A98E-5DD774FCD878}" dt="2026-08-18T05:10:23.583" v="633" actId="20577"/>
          <ac:spMkLst>
            <pc:docMk/>
            <pc:sldMk cId="645866569" sldId="430"/>
            <ac:spMk id="4" creationId="{56F07D75-2E71-C26F-6B31-4D73282FD6CF}"/>
          </ac:spMkLst>
        </pc:spChg>
      </pc:sldChg>
      <pc:sldChg chg="addSp delSp modSp del mod ord modShow modNotesTx">
        <pc:chgData name="P RAHUL" userId="4437c9496d81edbf" providerId="LiveId" clId="{C44AC729-AEB7-4DF1-A98E-5DD774FCD878}" dt="2026-08-18T05:10:55.434" v="648" actId="2696"/>
        <pc:sldMkLst>
          <pc:docMk/>
          <pc:sldMk cId="383742428" sldId="435"/>
        </pc:sldMkLst>
        <pc:picChg chg="add mod modCrop">
          <ac:chgData name="P RAHUL" userId="4437c9496d81edbf" providerId="LiveId" clId="{C44AC729-AEB7-4DF1-A98E-5DD774FCD878}" dt="2026-08-17T05:07:22.592" v="355" actId="1076"/>
          <ac:picMkLst>
            <pc:docMk/>
            <pc:sldMk cId="383742428" sldId="435"/>
            <ac:picMk id="4" creationId="{F7D18E6D-FD1B-CF5B-BD40-5E0C18CAFCB4}"/>
          </ac:picMkLst>
        </pc:picChg>
      </pc:sldChg>
      <pc:sldChg chg="modSp mod modShow modNotesTx">
        <pc:chgData name="P RAHUL" userId="4437c9496d81edbf" providerId="LiveId" clId="{C44AC729-AEB7-4DF1-A98E-5DD774FCD878}" dt="2026-08-17T11:58:42.058" v="554" actId="20577"/>
        <pc:sldMkLst>
          <pc:docMk/>
          <pc:sldMk cId="164132727" sldId="436"/>
        </pc:sldMkLst>
        <pc:picChg chg="mod">
          <ac:chgData name="P RAHUL" userId="4437c9496d81edbf" providerId="LiveId" clId="{C44AC729-AEB7-4DF1-A98E-5DD774FCD878}" dt="2026-08-16T18:48:03.092" v="339" actId="1036"/>
          <ac:picMkLst>
            <pc:docMk/>
            <pc:sldMk cId="164132727" sldId="436"/>
            <ac:picMk id="4" creationId="{659FF496-38BA-A68A-17DF-D5416A1311F6}"/>
          </ac:picMkLst>
        </pc:picChg>
      </pc:sldChg>
      <pc:sldChg chg="modSp mod modNotesTx">
        <pc:chgData name="P RAHUL" userId="4437c9496d81edbf" providerId="LiveId" clId="{C44AC729-AEB7-4DF1-A98E-5DD774FCD878}" dt="2026-08-17T07:53:00.800" v="404" actId="14100"/>
        <pc:sldMkLst>
          <pc:docMk/>
          <pc:sldMk cId="4294520176" sldId="438"/>
        </pc:sldMkLst>
        <pc:graphicFrameChg chg="mod modGraphic">
          <ac:chgData name="P RAHUL" userId="4437c9496d81edbf" providerId="LiveId" clId="{C44AC729-AEB7-4DF1-A98E-5DD774FCD878}" dt="2026-08-17T07:53:00.800" v="404" actId="14100"/>
          <ac:graphicFrameMkLst>
            <pc:docMk/>
            <pc:sldMk cId="4294520176" sldId="438"/>
            <ac:graphicFrameMk id="102" creationId="{461D8357-C1A8-31C2-5B3A-7F39289B5821}"/>
          </ac:graphicFrameMkLst>
        </pc:graphicFrameChg>
      </pc:sldChg>
      <pc:sldChg chg="addSp delSp modSp add del mod ord modShow">
        <pc:chgData name="P RAHUL" userId="4437c9496d81edbf" providerId="LiveId" clId="{C44AC729-AEB7-4DF1-A98E-5DD774FCD878}" dt="2026-08-18T05:10:58.270" v="649" actId="47"/>
        <pc:sldMkLst>
          <pc:docMk/>
          <pc:sldMk cId="2466379533" sldId="439"/>
        </pc:sldMkLst>
      </pc:sldChg>
      <pc:sldChg chg="modSp add mod ord modNotesTx">
        <pc:chgData name="P RAHUL" userId="4437c9496d81edbf" providerId="LiveId" clId="{C44AC729-AEB7-4DF1-A98E-5DD774FCD878}" dt="2026-08-17T11:36:43.818" v="547" actId="20577"/>
        <pc:sldMkLst>
          <pc:docMk/>
          <pc:sldMk cId="3370541318" sldId="440"/>
        </pc:sldMkLst>
        <pc:spChg chg="mod">
          <ac:chgData name="P RAHUL" userId="4437c9496d81edbf" providerId="LiveId" clId="{C44AC729-AEB7-4DF1-A98E-5DD774FCD878}" dt="2026-08-17T09:21:30.734" v="441" actId="1076"/>
          <ac:spMkLst>
            <pc:docMk/>
            <pc:sldMk cId="3370541318" sldId="440"/>
            <ac:spMk id="6" creationId="{67D4C952-BA51-F79D-8714-D0DD507108F3}"/>
          </ac:spMkLst>
        </pc:spChg>
        <pc:picChg chg="mod">
          <ac:chgData name="P RAHUL" userId="4437c9496d81edbf" providerId="LiveId" clId="{C44AC729-AEB7-4DF1-A98E-5DD774FCD878}" dt="2026-08-17T09:21:42.334" v="444" actId="1076"/>
          <ac:picMkLst>
            <pc:docMk/>
            <pc:sldMk cId="3370541318" sldId="440"/>
            <ac:picMk id="3" creationId="{37404561-F755-A8C6-6B26-5C2E3C853D8E}"/>
          </ac:picMkLst>
        </pc:picChg>
      </pc:sldChg>
      <pc:sldChg chg="addSp delSp modSp add del mod modShow">
        <pc:chgData name="P RAHUL" userId="4437c9496d81edbf" providerId="LiveId" clId="{C44AC729-AEB7-4DF1-A98E-5DD774FCD878}" dt="2026-08-17T05:09:01.822" v="356" actId="2696"/>
        <pc:sldMkLst>
          <pc:docMk/>
          <pc:sldMk cId="3185633093" sldId="441"/>
        </pc:sldMkLst>
      </pc:sldChg>
      <pc:sldChg chg="addSp delSp modSp add mod modNotesTx">
        <pc:chgData name="P RAHUL" userId="4437c9496d81edbf" providerId="LiveId" clId="{C44AC729-AEB7-4DF1-A98E-5DD774FCD878}" dt="2026-08-17T15:25:51.771" v="630" actId="20577"/>
        <pc:sldMkLst>
          <pc:docMk/>
          <pc:sldMk cId="1897152572" sldId="442"/>
        </pc:sldMkLst>
        <pc:spChg chg="add del mod ord">
          <ac:chgData name="P RAHUL" userId="4437c9496d81edbf" providerId="LiveId" clId="{C44AC729-AEB7-4DF1-A98E-5DD774FCD878}" dt="2026-08-17T09:59:53.254" v="520" actId="478"/>
          <ac:spMkLst>
            <pc:docMk/>
            <pc:sldMk cId="1897152572" sldId="442"/>
            <ac:spMk id="7" creationId="{4E01D334-E056-D082-4545-1CD9ADB28EB1}"/>
          </ac:spMkLst>
        </pc:spChg>
        <pc:spChg chg="mod">
          <ac:chgData name="P RAHUL" userId="4437c9496d81edbf" providerId="LiveId" clId="{C44AC729-AEB7-4DF1-A98E-5DD774FCD878}" dt="2026-08-17T15:25:51.771" v="630" actId="20577"/>
          <ac:spMkLst>
            <pc:docMk/>
            <pc:sldMk cId="1897152572" sldId="442"/>
            <ac:spMk id="8" creationId="{7F1289D2-D722-8A6F-B9FC-043619632B83}"/>
          </ac:spMkLst>
        </pc:spChg>
        <pc:spChg chg="add mod">
          <ac:chgData name="P RAHUL" userId="4437c9496d81edbf" providerId="LiveId" clId="{C44AC729-AEB7-4DF1-A98E-5DD774FCD878}" dt="2026-08-17T13:53:44.898" v="605" actId="1076"/>
          <ac:spMkLst>
            <pc:docMk/>
            <pc:sldMk cId="1897152572" sldId="442"/>
            <ac:spMk id="10" creationId="{7C288D64-E1FF-6D2E-1BA6-E77232929D65}"/>
          </ac:spMkLst>
        </pc:spChg>
        <pc:picChg chg="add mod modCrop">
          <ac:chgData name="P RAHUL" userId="4437c9496d81edbf" providerId="LiveId" clId="{C44AC729-AEB7-4DF1-A98E-5DD774FCD878}" dt="2026-08-17T13:53:47.745" v="606" actId="1076"/>
          <ac:picMkLst>
            <pc:docMk/>
            <pc:sldMk cId="1897152572" sldId="442"/>
            <ac:picMk id="3" creationId="{B221C1C9-C4AA-0188-61EB-909CC0872545}"/>
          </ac:picMkLst>
        </pc:picChg>
        <pc:picChg chg="add del mod modCrop">
          <ac:chgData name="P RAHUL" userId="4437c9496d81edbf" providerId="LiveId" clId="{C44AC729-AEB7-4DF1-A98E-5DD774FCD878}" dt="2026-08-17T09:03:09.006" v="421" actId="478"/>
          <ac:picMkLst>
            <pc:docMk/>
            <pc:sldMk cId="1897152572" sldId="442"/>
            <ac:picMk id="4" creationId="{F7332E89-328A-2184-096E-4BC66818ABB1}"/>
          </ac:picMkLst>
        </pc:picChg>
      </pc:sldChg>
      <pc:sldChg chg="modSp add mod modNotesTx">
        <pc:chgData name="P RAHUL" userId="4437c9496d81edbf" providerId="LiveId" clId="{C44AC729-AEB7-4DF1-A98E-5DD774FCD878}" dt="2026-08-17T08:54:34.719" v="420" actId="6549"/>
        <pc:sldMkLst>
          <pc:docMk/>
          <pc:sldMk cId="1403991220" sldId="443"/>
        </pc:sldMkLst>
        <pc:graphicFrameChg chg="modGraphic">
          <ac:chgData name="P RAHUL" userId="4437c9496d81edbf" providerId="LiveId" clId="{C44AC729-AEB7-4DF1-A98E-5DD774FCD878}" dt="2026-08-17T07:53:17.425" v="406" actId="14100"/>
          <ac:graphicFrameMkLst>
            <pc:docMk/>
            <pc:sldMk cId="1403991220" sldId="443"/>
            <ac:graphicFrameMk id="102" creationId="{CA766457-78FB-B926-6261-A5B61283403A}"/>
          </ac:graphicFrameMkLst>
        </pc:graphicFrameChg>
      </pc:sldChg>
      <pc:sldChg chg="modSp add del mod">
        <pc:chgData name="P RAHUL" userId="4437c9496d81edbf" providerId="LiveId" clId="{C44AC729-AEB7-4DF1-A98E-5DD774FCD878}" dt="2026-08-17T13:29:28.749" v="570"/>
        <pc:sldMkLst>
          <pc:docMk/>
          <pc:sldMk cId="2646064247" sldId="444"/>
        </pc:sldMkLst>
        <pc:spChg chg="mod">
          <ac:chgData name="P RAHUL" userId="4437c9496d81edbf" providerId="LiveId" clId="{C44AC729-AEB7-4DF1-A98E-5DD774FCD878}" dt="2026-08-17T13:29:26.435" v="569"/>
          <ac:spMkLst>
            <pc:docMk/>
            <pc:sldMk cId="2646064247" sldId="444"/>
            <ac:spMk id="4" creationId="{56F07D75-2E71-C26F-6B31-4D73282FD6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1C4AD-7134-4283-BA81-E2C2C63AE9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9B76-CDA5-4E30-8890-4B1448E78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8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52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Quick grounding first. Active Directory is the identity backbone of almost every Windows enterprise — it manages users, computers, groups, authentication, and access to shared resources. </a:t>
            </a:r>
          </a:p>
          <a:p>
            <a:endParaRPr lang="en-GB" dirty="0"/>
          </a:p>
          <a:p>
            <a:r>
              <a:rPr lang="en-GB" dirty="0"/>
              <a:t>Because it decides who can access what, it's also the single most valuable target in a network. </a:t>
            </a:r>
          </a:p>
          <a:p>
            <a:endParaRPr lang="en-GB" dirty="0"/>
          </a:p>
          <a:p>
            <a:r>
              <a:rPr lang="en-GB" dirty="0"/>
              <a:t>If an attacker owns AD, they effectively own the organisation. That's why the two attacks I focus on matter so much: they don't break in the front door, they forge the keys AD itself trusts.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30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 Neha, a SOC analyst — she represents the real user of this system. Her problem is that the most dangerous attacks are the quiet ones. 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Golden Ticket attack, the attacker steals the KRBTGT account hash and forges a Kerberos ticket that Active Directory treats as completely legitimate. 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SIDHistory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abuse, they inject a privileged SID into an account's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SIDHistory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attribute, so an ordinary user silently inherits domain-admin rights.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phrase is on the right: no new accounts, no noisy logs — just legitimate-looking access with illicit power. 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attacks are hard to detect because Golden Tickets use valid Kerberos authentication,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SIDHistory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grants hidden escalation, and — critically — many of the real traces live in memory, not in the event log. </a:t>
            </a:r>
          </a:p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last point is the entire motivation for my project: Neha needs visibility beyond the logs.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36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reviewed six representative sources across three groups. 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Kerberos and Golden Ticket work — Metcalf, and the IEEE study — establishes that event IDs 4768 and 4769 plus RC4 downgrade are reliable signals, but every one of them concludes the same thing: logs alone are insufficient, with no memory-level corroboration.</a:t>
            </a:r>
          </a:p>
          <a:p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SIDHistory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research — the CCS and DEF CON work — shows that standard auditing doesn't even log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SIDHistory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changes, so you need LDAP-level visibility. 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forensics and Sentinel sources — Ligh's Volatility work and Microsoft's own research — show Volatility 3 can pull Kerberos keys straight from LSASS, and that Sentinel can ingest external results through custom log tables.</a:t>
            </a:r>
          </a:p>
          <a:p>
            <a:b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research gap, then: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existing work combines automated cloud log analytics with automated memory forensics in one pipeline. Each half exists; nobody joined them. That intersection is exactly what I built.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487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2A9E-05F2-21FF-018A-CE8C1CA1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ED33E-D34C-5022-CEDC-11CAF59A2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57563-7F87-748D-0467-C8E054A83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forensics and Sentinel sources — Ligh's Volatility work and Microsoft's own research — show Volatility 3 can pull Kerberos keys straight from LSASS, and that Sentinel can ingest external results through custom log tables.</a:t>
            </a:r>
          </a:p>
          <a:p>
            <a:b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research gap, then: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existing work combines automated cloud log analytics with automated memory forensics in one pipeline. Each half exists; nobody joined them. That intersection is exactly what I built.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AA17F-30EB-AE23-8877-7269F46B0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084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I justify the whole project honestly. I compared four baseline approaches. 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log-based SIEM detects the Kerberos events and behavioural anomalies, but it can never confirm the forged ticket is physically present in memory — the alert is an inference from logs, not evidence of the ticket itself.</a:t>
            </a:r>
          </a:p>
          <a:p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Defender for Identity is strong, but it's a black box — the analyst never sees the raw artefacts, and its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SIDHistory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detection is reactive, only firing at logon. 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AD auditing doesn't distinguish a legitimate migration artefact from a malicious injection. And EDR watches the attacker's endpoint, not the domain controller side — so it can miss a ticket forged offline.</a:t>
            </a:r>
          </a:p>
          <a:p>
            <a:b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common thread: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of these tells you something suspicious may have happened, but none gives you forensic proof from memory. That's the gap my dual-track design closes.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42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frame it in one line: organisations lack an effective way to detect Golden Ticket and </a:t>
            </a:r>
            <a:r>
              <a:rPr lang="en-GB" dirty="0" err="1"/>
              <a:t>SIDHistory</a:t>
            </a:r>
            <a:r>
              <a:rPr lang="en-GB" dirty="0"/>
              <a:t> abuse early.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challenge is that these attacks are stealthy and rule-based systems struggle with novel variants. The impact is real — delayed detection, silent privilege escalation, and potential full domain compromise, which carries financial, compliance, and reputational cost.</a:t>
            </a:r>
          </a:p>
          <a:p>
            <a:endParaRPr lang="en-GB" dirty="0"/>
          </a:p>
          <a:p>
            <a:r>
              <a:rPr lang="en-GB" dirty="0"/>
              <a:t>So the focus of this research is stated at the bottom: develop a memory-based detection approach that identifies these two attacks with high accuracy, low false positives, and early detection. Everything after this slide is me delivering against those three targets.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310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"I set four objectives. First, develop a hybrid cloud detection architecture — connecting on-prem AD to Azure. Second, detect the two attacks — Golden Ticket and </a:t>
            </a:r>
            <a:r>
              <a:rPr lang="en-GB" dirty="0" err="1"/>
              <a:t>SIDHistory</a:t>
            </a:r>
            <a:r>
              <a:rPr lang="en-GB" dirty="0"/>
              <a:t> abuse. </a:t>
            </a:r>
          </a:p>
          <a:p>
            <a:endParaRPr lang="en-GB" dirty="0"/>
          </a:p>
          <a:p>
            <a:r>
              <a:rPr lang="en-GB" dirty="0"/>
              <a:t>Third, integrate memory forensics, so I'm not relying on logs alone. Fourth, validate, deploy, and transfer the framework to production. </a:t>
            </a:r>
          </a:p>
          <a:p>
            <a:endParaRPr lang="en-GB"/>
          </a:p>
          <a:p>
            <a:r>
              <a:rPr lang="en-GB"/>
              <a:t>The </a:t>
            </a:r>
            <a:r>
              <a:rPr lang="en-GB" dirty="0"/>
              <a:t>five deliverables below sum up what that produces: accurate detection, correlated evidence, LSASS visibility, automated response, and actionable SOC insights — and all four objectives were met and measured."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979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My methodology followed five stages. First, problem analysis — identifying the AD security gaps and defining measurable success metrics. Second, hybrid architecture design — deciding to connect on-prem AD to Azure and selecting Sentinel, Blob Storage, and Service Bus as the backbone.</a:t>
            </a:r>
          </a:p>
          <a:p>
            <a:endParaRPr lang="en-GB" dirty="0"/>
          </a:p>
          <a:p>
            <a:r>
              <a:rPr lang="en-GB" dirty="0"/>
              <a:t>Third, detection development — writing the KQL rules for the Kerberos anomalies and automating </a:t>
            </a:r>
            <a:r>
              <a:rPr lang="en-GB" dirty="0" err="1"/>
              <a:t>SIDHistory</a:t>
            </a:r>
            <a:r>
              <a:rPr lang="en-GB" dirty="0"/>
              <a:t> scanning with PowerShell, then tuning thresholds to cut false positives. Fourth, </a:t>
            </a:r>
          </a:p>
          <a:p>
            <a:endParaRPr lang="en-GB" dirty="0"/>
          </a:p>
          <a:p>
            <a:r>
              <a:rPr lang="en-GB" dirty="0"/>
              <a:t>memory forensics integration — capturing LSASS memory on the domain controller, analysing it with Volatility 3, and correlating those artefacts back to the Sentinel alerts. Fifth, validation </a:t>
            </a:r>
          </a:p>
          <a:p>
            <a:endParaRPr lang="en-GB" dirty="0"/>
          </a:p>
          <a:p>
            <a:r>
              <a:rPr lang="en-GB" dirty="0"/>
              <a:t>and deployment — simulating the attacks in my lab, measuring precision, recall, and latency, and building the SOC dashboard. It's a deliberate build-then-prove sequence.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28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These are the components. The domain controller is Windows Server 2022 running </a:t>
            </a:r>
            <a:r>
              <a:rPr lang="en-GB" dirty="0" err="1"/>
              <a:t>corp.local</a:t>
            </a:r>
            <a:r>
              <a:rPr lang="en-GB" dirty="0"/>
              <a:t>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cloud platform is Azure — deliberately the </a:t>
            </a:r>
            <a:r>
              <a:rPr lang="en-GB"/>
              <a:t>Azure free </a:t>
            </a:r>
            <a:r>
              <a:rPr lang="en-GB" dirty="0"/>
              <a:t>tier, to prove the whole thing runs on a near-zero budget. SIEM is Microsoft Sentinel on a Log Analytics workspace, and memory forensics runs Volatility 3 on an Ubuntu VM.</a:t>
            </a:r>
            <a:br>
              <a:rPr lang="en-GB" dirty="0"/>
            </a:br>
            <a:endParaRPr lang="en-GB" dirty="0"/>
          </a:p>
          <a:p>
            <a:r>
              <a:rPr lang="en-GB" dirty="0"/>
              <a:t>One line I want to stress: the event collection agent is the Azure Monitor Agent with a Data Collection Rule — not the old Log Analytics agent. I'll come back to why that matters on the architecture slide.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61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803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1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</p:spTree>
    <p:extLst>
      <p:ext uri="{BB962C8B-B14F-4D97-AF65-F5344CB8AC3E}">
        <p14:creationId xmlns:p14="http://schemas.microsoft.com/office/powerpoint/2010/main" val="422252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C28C16-704E-E434-17FB-7E040C4548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64287" y="1447800"/>
            <a:ext cx="4270513" cy="43275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4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5257800" y="1828800"/>
            <a:ext cx="6815847" cy="3941792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6959" y="1999272"/>
            <a:ext cx="5256127" cy="33011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30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76200" y="2058853"/>
            <a:ext cx="6445329" cy="3727511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803" y="2228110"/>
            <a:ext cx="4970397" cy="312166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40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BCB2BBDE-7AA3-3DC1-2E98-F3CE20D0DDD8}"/>
              </a:ext>
            </a:extLst>
          </p:cNvPr>
          <p:cNvSpPr/>
          <p:nvPr/>
        </p:nvSpPr>
        <p:spPr>
          <a:xfrm>
            <a:off x="6768275" y="0"/>
            <a:ext cx="5423725" cy="5881237"/>
          </a:xfrm>
          <a:prstGeom prst="rect">
            <a:avLst/>
          </a:prstGeom>
          <a:solidFill>
            <a:srgbClr val="4A4C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630077"/>
            <a:ext cx="4964805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25A1069-B365-4792-E362-1577EB6B634D}"/>
              </a:ext>
            </a:extLst>
          </p:cNvPr>
          <p:cNvCxnSpPr>
            <a:cxnSpLocks/>
          </p:cNvCxnSpPr>
          <p:nvPr/>
        </p:nvCxnSpPr>
        <p:spPr>
          <a:xfrm>
            <a:off x="6796412" y="3561245"/>
            <a:ext cx="1" cy="964155"/>
          </a:xfrm>
          <a:prstGeom prst="line">
            <a:avLst/>
          </a:prstGeom>
          <a:ln w="57150">
            <a:solidFill>
              <a:srgbClr val="F28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aphic 10">
            <a:extLst>
              <a:ext uri="{FF2B5EF4-FFF2-40B4-BE49-F238E27FC236}">
                <a16:creationId xmlns:a16="http://schemas.microsoft.com/office/drawing/2014/main" id="{2A97B4D9-1DBE-43BF-4A6D-774EDB57B6BA}"/>
              </a:ext>
            </a:extLst>
          </p:cNvPr>
          <p:cNvGrpSpPr/>
          <p:nvPr userDrawn="1"/>
        </p:nvGrpSpPr>
        <p:grpSpPr>
          <a:xfrm>
            <a:off x="9672654" y="258446"/>
            <a:ext cx="2259629" cy="628716"/>
            <a:chOff x="9177655" y="258445"/>
            <a:chExt cx="2754629" cy="766444"/>
          </a:xfrm>
          <a:solidFill>
            <a:schemeClr val="bg1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460D4D7-B923-833C-0F80-98B53BAE8A22}"/>
                </a:ext>
              </a:extLst>
            </p:cNvPr>
            <p:cNvSpPr/>
            <p:nvPr/>
          </p:nvSpPr>
          <p:spPr>
            <a:xfrm>
              <a:off x="11052175" y="915669"/>
              <a:ext cx="870584" cy="109219"/>
            </a:xfrm>
            <a:custGeom>
              <a:avLst/>
              <a:gdLst>
                <a:gd name="connsiteX0" fmla="*/ 526415 w 870584"/>
                <a:gd name="connsiteY0" fmla="*/ 77470 h 109219"/>
                <a:gd name="connsiteX1" fmla="*/ 519430 w 870584"/>
                <a:gd name="connsiteY1" fmla="*/ 85090 h 109219"/>
                <a:gd name="connsiteX2" fmla="*/ 509270 w 870584"/>
                <a:gd name="connsiteY2" fmla="*/ 87630 h 109219"/>
                <a:gd name="connsiteX3" fmla="*/ 494030 w 870584"/>
                <a:gd name="connsiteY3" fmla="*/ 81280 h 109219"/>
                <a:gd name="connsiteX4" fmla="*/ 488315 w 870584"/>
                <a:gd name="connsiteY4" fmla="*/ 61595 h 109219"/>
                <a:gd name="connsiteX5" fmla="*/ 488315 w 870584"/>
                <a:gd name="connsiteY5" fmla="*/ 34925 h 109219"/>
                <a:gd name="connsiteX6" fmla="*/ 481330 w 870584"/>
                <a:gd name="connsiteY6" fmla="*/ 33655 h 109219"/>
                <a:gd name="connsiteX7" fmla="*/ 481330 w 870584"/>
                <a:gd name="connsiteY7" fmla="*/ 26670 h 109219"/>
                <a:gd name="connsiteX8" fmla="*/ 488315 w 870584"/>
                <a:gd name="connsiteY8" fmla="*/ 26670 h 109219"/>
                <a:gd name="connsiteX9" fmla="*/ 499110 w 870584"/>
                <a:gd name="connsiteY9" fmla="*/ 26670 h 109219"/>
                <a:gd name="connsiteX10" fmla="*/ 499110 w 870584"/>
                <a:gd name="connsiteY10" fmla="*/ 61595 h 109219"/>
                <a:gd name="connsiteX11" fmla="*/ 501650 w 870584"/>
                <a:gd name="connsiteY11" fmla="*/ 74930 h 109219"/>
                <a:gd name="connsiteX12" fmla="*/ 510540 w 870584"/>
                <a:gd name="connsiteY12" fmla="*/ 78740 h 109219"/>
                <a:gd name="connsiteX13" fmla="*/ 520065 w 870584"/>
                <a:gd name="connsiteY13" fmla="*/ 76200 h 109219"/>
                <a:gd name="connsiteX14" fmla="*/ 525780 w 870584"/>
                <a:gd name="connsiteY14" fmla="*/ 69850 h 109219"/>
                <a:gd name="connsiteX15" fmla="*/ 525780 w 870584"/>
                <a:gd name="connsiteY15" fmla="*/ 35560 h 109219"/>
                <a:gd name="connsiteX16" fmla="*/ 517525 w 870584"/>
                <a:gd name="connsiteY16" fmla="*/ 34290 h 109219"/>
                <a:gd name="connsiteX17" fmla="*/ 517525 w 870584"/>
                <a:gd name="connsiteY17" fmla="*/ 27305 h 109219"/>
                <a:gd name="connsiteX18" fmla="*/ 525780 w 870584"/>
                <a:gd name="connsiteY18" fmla="*/ 27305 h 109219"/>
                <a:gd name="connsiteX19" fmla="*/ 536575 w 870584"/>
                <a:gd name="connsiteY19" fmla="*/ 27305 h 109219"/>
                <a:gd name="connsiteX20" fmla="*/ 536575 w 870584"/>
                <a:gd name="connsiteY20" fmla="*/ 78105 h 109219"/>
                <a:gd name="connsiteX21" fmla="*/ 543560 w 870584"/>
                <a:gd name="connsiteY21" fmla="*/ 79375 h 109219"/>
                <a:gd name="connsiteX22" fmla="*/ 543560 w 870584"/>
                <a:gd name="connsiteY22" fmla="*/ 86360 h 109219"/>
                <a:gd name="connsiteX23" fmla="*/ 527050 w 870584"/>
                <a:gd name="connsiteY23" fmla="*/ 86360 h 109219"/>
                <a:gd name="connsiteX24" fmla="*/ 526415 w 870584"/>
                <a:gd name="connsiteY24" fmla="*/ 77470 h 109219"/>
                <a:gd name="connsiteX25" fmla="*/ 436880 w 870584"/>
                <a:gd name="connsiteY25" fmla="*/ 33655 h 109219"/>
                <a:gd name="connsiteX26" fmla="*/ 436880 w 870584"/>
                <a:gd name="connsiteY26" fmla="*/ 26670 h 109219"/>
                <a:gd name="connsiteX27" fmla="*/ 455295 w 870584"/>
                <a:gd name="connsiteY27" fmla="*/ 26670 h 109219"/>
                <a:gd name="connsiteX28" fmla="*/ 456565 w 870584"/>
                <a:gd name="connsiteY28" fmla="*/ 35560 h 109219"/>
                <a:gd name="connsiteX29" fmla="*/ 462915 w 870584"/>
                <a:gd name="connsiteY29" fmla="*/ 28575 h 109219"/>
                <a:gd name="connsiteX30" fmla="*/ 471170 w 870584"/>
                <a:gd name="connsiteY30" fmla="*/ 26035 h 109219"/>
                <a:gd name="connsiteX31" fmla="*/ 473710 w 870584"/>
                <a:gd name="connsiteY31" fmla="*/ 26035 h 109219"/>
                <a:gd name="connsiteX32" fmla="*/ 475615 w 870584"/>
                <a:gd name="connsiteY32" fmla="*/ 26670 h 109219"/>
                <a:gd name="connsiteX33" fmla="*/ 474345 w 870584"/>
                <a:gd name="connsiteY33" fmla="*/ 36830 h 109219"/>
                <a:gd name="connsiteX34" fmla="*/ 467995 w 870584"/>
                <a:gd name="connsiteY34" fmla="*/ 36195 h 109219"/>
                <a:gd name="connsiteX35" fmla="*/ 461010 w 870584"/>
                <a:gd name="connsiteY35" fmla="*/ 38100 h 109219"/>
                <a:gd name="connsiteX36" fmla="*/ 456565 w 870584"/>
                <a:gd name="connsiteY36" fmla="*/ 43815 h 109219"/>
                <a:gd name="connsiteX37" fmla="*/ 456565 w 870584"/>
                <a:gd name="connsiteY37" fmla="*/ 78105 h 109219"/>
                <a:gd name="connsiteX38" fmla="*/ 465455 w 870584"/>
                <a:gd name="connsiteY38" fmla="*/ 79375 h 109219"/>
                <a:gd name="connsiteX39" fmla="*/ 465455 w 870584"/>
                <a:gd name="connsiteY39" fmla="*/ 86360 h 109219"/>
                <a:gd name="connsiteX40" fmla="*/ 436880 w 870584"/>
                <a:gd name="connsiteY40" fmla="*/ 86360 h 109219"/>
                <a:gd name="connsiteX41" fmla="*/ 436880 w 870584"/>
                <a:gd name="connsiteY41" fmla="*/ 79375 h 109219"/>
                <a:gd name="connsiteX42" fmla="*/ 445770 w 870584"/>
                <a:gd name="connsiteY42" fmla="*/ 78105 h 109219"/>
                <a:gd name="connsiteX43" fmla="*/ 445770 w 870584"/>
                <a:gd name="connsiteY43" fmla="*/ 35560 h 109219"/>
                <a:gd name="connsiteX44" fmla="*/ 436880 w 870584"/>
                <a:gd name="connsiteY44" fmla="*/ 33655 h 109219"/>
                <a:gd name="connsiteX45" fmla="*/ 411480 w 870584"/>
                <a:gd name="connsiteY45" fmla="*/ 77470 h 109219"/>
                <a:gd name="connsiteX46" fmla="*/ 404495 w 870584"/>
                <a:gd name="connsiteY46" fmla="*/ 85090 h 109219"/>
                <a:gd name="connsiteX47" fmla="*/ 394335 w 870584"/>
                <a:gd name="connsiteY47" fmla="*/ 87630 h 109219"/>
                <a:gd name="connsiteX48" fmla="*/ 379095 w 870584"/>
                <a:gd name="connsiteY48" fmla="*/ 81280 h 109219"/>
                <a:gd name="connsiteX49" fmla="*/ 373380 w 870584"/>
                <a:gd name="connsiteY49" fmla="*/ 61595 h 109219"/>
                <a:gd name="connsiteX50" fmla="*/ 373380 w 870584"/>
                <a:gd name="connsiteY50" fmla="*/ 34925 h 109219"/>
                <a:gd name="connsiteX51" fmla="*/ 366395 w 870584"/>
                <a:gd name="connsiteY51" fmla="*/ 33655 h 109219"/>
                <a:gd name="connsiteX52" fmla="*/ 366395 w 870584"/>
                <a:gd name="connsiteY52" fmla="*/ 26670 h 109219"/>
                <a:gd name="connsiteX53" fmla="*/ 373380 w 870584"/>
                <a:gd name="connsiteY53" fmla="*/ 26670 h 109219"/>
                <a:gd name="connsiteX54" fmla="*/ 384175 w 870584"/>
                <a:gd name="connsiteY54" fmla="*/ 26670 h 109219"/>
                <a:gd name="connsiteX55" fmla="*/ 384175 w 870584"/>
                <a:gd name="connsiteY55" fmla="*/ 61595 h 109219"/>
                <a:gd name="connsiteX56" fmla="*/ 386715 w 870584"/>
                <a:gd name="connsiteY56" fmla="*/ 74930 h 109219"/>
                <a:gd name="connsiteX57" fmla="*/ 395605 w 870584"/>
                <a:gd name="connsiteY57" fmla="*/ 78740 h 109219"/>
                <a:gd name="connsiteX58" fmla="*/ 405130 w 870584"/>
                <a:gd name="connsiteY58" fmla="*/ 76200 h 109219"/>
                <a:gd name="connsiteX59" fmla="*/ 410845 w 870584"/>
                <a:gd name="connsiteY59" fmla="*/ 69850 h 109219"/>
                <a:gd name="connsiteX60" fmla="*/ 410845 w 870584"/>
                <a:gd name="connsiteY60" fmla="*/ 35560 h 109219"/>
                <a:gd name="connsiteX61" fmla="*/ 402590 w 870584"/>
                <a:gd name="connsiteY61" fmla="*/ 34290 h 109219"/>
                <a:gd name="connsiteX62" fmla="*/ 402590 w 870584"/>
                <a:gd name="connsiteY62" fmla="*/ 27305 h 109219"/>
                <a:gd name="connsiteX63" fmla="*/ 410845 w 870584"/>
                <a:gd name="connsiteY63" fmla="*/ 27305 h 109219"/>
                <a:gd name="connsiteX64" fmla="*/ 421640 w 870584"/>
                <a:gd name="connsiteY64" fmla="*/ 27305 h 109219"/>
                <a:gd name="connsiteX65" fmla="*/ 421640 w 870584"/>
                <a:gd name="connsiteY65" fmla="*/ 78105 h 109219"/>
                <a:gd name="connsiteX66" fmla="*/ 428625 w 870584"/>
                <a:gd name="connsiteY66" fmla="*/ 79375 h 109219"/>
                <a:gd name="connsiteX67" fmla="*/ 428625 w 870584"/>
                <a:gd name="connsiteY67" fmla="*/ 86360 h 109219"/>
                <a:gd name="connsiteX68" fmla="*/ 412115 w 870584"/>
                <a:gd name="connsiteY68" fmla="*/ 86360 h 109219"/>
                <a:gd name="connsiteX69" fmla="*/ 411480 w 870584"/>
                <a:gd name="connsiteY69" fmla="*/ 77470 h 109219"/>
                <a:gd name="connsiteX70" fmla="*/ 331470 w 870584"/>
                <a:gd name="connsiteY70" fmla="*/ 6985 h 109219"/>
                <a:gd name="connsiteX71" fmla="*/ 331470 w 870584"/>
                <a:gd name="connsiteY71" fmla="*/ 0 h 109219"/>
                <a:gd name="connsiteX72" fmla="*/ 351155 w 870584"/>
                <a:gd name="connsiteY72" fmla="*/ 0 h 109219"/>
                <a:gd name="connsiteX73" fmla="*/ 351155 w 870584"/>
                <a:gd name="connsiteY73" fmla="*/ 77470 h 109219"/>
                <a:gd name="connsiteX74" fmla="*/ 360045 w 870584"/>
                <a:gd name="connsiteY74" fmla="*/ 78740 h 109219"/>
                <a:gd name="connsiteX75" fmla="*/ 360045 w 870584"/>
                <a:gd name="connsiteY75" fmla="*/ 85725 h 109219"/>
                <a:gd name="connsiteX76" fmla="*/ 331470 w 870584"/>
                <a:gd name="connsiteY76" fmla="*/ 85725 h 109219"/>
                <a:gd name="connsiteX77" fmla="*/ 331470 w 870584"/>
                <a:gd name="connsiteY77" fmla="*/ 78740 h 109219"/>
                <a:gd name="connsiteX78" fmla="*/ 340360 w 870584"/>
                <a:gd name="connsiteY78" fmla="*/ 77470 h 109219"/>
                <a:gd name="connsiteX79" fmla="*/ 340360 w 870584"/>
                <a:gd name="connsiteY79" fmla="*/ 8890 h 109219"/>
                <a:gd name="connsiteX80" fmla="*/ 331470 w 870584"/>
                <a:gd name="connsiteY80" fmla="*/ 6985 h 109219"/>
                <a:gd name="connsiteX81" fmla="*/ 292735 w 870584"/>
                <a:gd name="connsiteY81" fmla="*/ 78105 h 109219"/>
                <a:gd name="connsiteX82" fmla="*/ 302895 w 870584"/>
                <a:gd name="connsiteY82" fmla="*/ 75565 h 109219"/>
                <a:gd name="connsiteX83" fmla="*/ 309245 w 870584"/>
                <a:gd name="connsiteY83" fmla="*/ 69215 h 109219"/>
                <a:gd name="connsiteX84" fmla="*/ 309245 w 870584"/>
                <a:gd name="connsiteY84" fmla="*/ 59690 h 109219"/>
                <a:gd name="connsiteX85" fmla="*/ 297815 w 870584"/>
                <a:gd name="connsiteY85" fmla="*/ 59690 h 109219"/>
                <a:gd name="connsiteX86" fmla="*/ 287020 w 870584"/>
                <a:gd name="connsiteY86" fmla="*/ 62865 h 109219"/>
                <a:gd name="connsiteX87" fmla="*/ 283210 w 870584"/>
                <a:gd name="connsiteY87" fmla="*/ 70485 h 109219"/>
                <a:gd name="connsiteX88" fmla="*/ 285750 w 870584"/>
                <a:gd name="connsiteY88" fmla="*/ 76200 h 109219"/>
                <a:gd name="connsiteX89" fmla="*/ 292735 w 870584"/>
                <a:gd name="connsiteY89" fmla="*/ 78105 h 109219"/>
                <a:gd name="connsiteX90" fmla="*/ 309880 w 870584"/>
                <a:gd name="connsiteY90" fmla="*/ 85725 h 109219"/>
                <a:gd name="connsiteX91" fmla="*/ 309245 w 870584"/>
                <a:gd name="connsiteY91" fmla="*/ 81280 h 109219"/>
                <a:gd name="connsiteX92" fmla="*/ 308610 w 870584"/>
                <a:gd name="connsiteY92" fmla="*/ 77470 h 109219"/>
                <a:gd name="connsiteX93" fmla="*/ 300990 w 870584"/>
                <a:gd name="connsiteY93" fmla="*/ 84455 h 109219"/>
                <a:gd name="connsiteX94" fmla="*/ 290830 w 870584"/>
                <a:gd name="connsiteY94" fmla="*/ 86995 h 109219"/>
                <a:gd name="connsiteX95" fmla="*/ 276860 w 870584"/>
                <a:gd name="connsiteY95" fmla="*/ 82550 h 109219"/>
                <a:gd name="connsiteX96" fmla="*/ 271780 w 870584"/>
                <a:gd name="connsiteY96" fmla="*/ 69850 h 109219"/>
                <a:gd name="connsiteX97" fmla="*/ 278765 w 870584"/>
                <a:gd name="connsiteY97" fmla="*/ 56515 h 109219"/>
                <a:gd name="connsiteX98" fmla="*/ 297815 w 870584"/>
                <a:gd name="connsiteY98" fmla="*/ 52070 h 109219"/>
                <a:gd name="connsiteX99" fmla="*/ 309245 w 870584"/>
                <a:gd name="connsiteY99" fmla="*/ 52070 h 109219"/>
                <a:gd name="connsiteX100" fmla="*/ 309245 w 870584"/>
                <a:gd name="connsiteY100" fmla="*/ 45085 h 109219"/>
                <a:gd name="connsiteX101" fmla="*/ 306070 w 870584"/>
                <a:gd name="connsiteY101" fmla="*/ 36830 h 109219"/>
                <a:gd name="connsiteX102" fmla="*/ 297180 w 870584"/>
                <a:gd name="connsiteY102" fmla="*/ 33655 h 109219"/>
                <a:gd name="connsiteX103" fmla="*/ 290195 w 870584"/>
                <a:gd name="connsiteY103" fmla="*/ 34925 h 109219"/>
                <a:gd name="connsiteX104" fmla="*/ 285115 w 870584"/>
                <a:gd name="connsiteY104" fmla="*/ 38100 h 109219"/>
                <a:gd name="connsiteX105" fmla="*/ 283845 w 870584"/>
                <a:gd name="connsiteY105" fmla="*/ 44450 h 109219"/>
                <a:gd name="connsiteX106" fmla="*/ 275590 w 870584"/>
                <a:gd name="connsiteY106" fmla="*/ 44450 h 109219"/>
                <a:gd name="connsiteX107" fmla="*/ 275590 w 870584"/>
                <a:gd name="connsiteY107" fmla="*/ 33020 h 109219"/>
                <a:gd name="connsiteX108" fmla="*/ 285750 w 870584"/>
                <a:gd name="connsiteY108" fmla="*/ 27940 h 109219"/>
                <a:gd name="connsiteX109" fmla="*/ 298450 w 870584"/>
                <a:gd name="connsiteY109" fmla="*/ 26035 h 109219"/>
                <a:gd name="connsiteX110" fmla="*/ 314960 w 870584"/>
                <a:gd name="connsiteY110" fmla="*/ 31115 h 109219"/>
                <a:gd name="connsiteX111" fmla="*/ 321310 w 870584"/>
                <a:gd name="connsiteY111" fmla="*/ 45720 h 109219"/>
                <a:gd name="connsiteX112" fmla="*/ 321310 w 870584"/>
                <a:gd name="connsiteY112" fmla="*/ 74295 h 109219"/>
                <a:gd name="connsiteX113" fmla="*/ 321310 w 870584"/>
                <a:gd name="connsiteY113" fmla="*/ 76835 h 109219"/>
                <a:gd name="connsiteX114" fmla="*/ 321310 w 870584"/>
                <a:gd name="connsiteY114" fmla="*/ 78740 h 109219"/>
                <a:gd name="connsiteX115" fmla="*/ 325755 w 870584"/>
                <a:gd name="connsiteY115" fmla="*/ 79375 h 109219"/>
                <a:gd name="connsiteX116" fmla="*/ 325755 w 870584"/>
                <a:gd name="connsiteY116" fmla="*/ 86360 h 109219"/>
                <a:gd name="connsiteX117" fmla="*/ 309880 w 870584"/>
                <a:gd name="connsiteY117" fmla="*/ 86360 h 109219"/>
                <a:gd name="connsiteX118" fmla="*/ 217805 w 870584"/>
                <a:gd name="connsiteY118" fmla="*/ 58420 h 109219"/>
                <a:gd name="connsiteX119" fmla="*/ 221615 w 870584"/>
                <a:gd name="connsiteY119" fmla="*/ 73025 h 109219"/>
                <a:gd name="connsiteX120" fmla="*/ 233045 w 870584"/>
                <a:gd name="connsiteY120" fmla="*/ 78740 h 109219"/>
                <a:gd name="connsiteX121" fmla="*/ 241300 w 870584"/>
                <a:gd name="connsiteY121" fmla="*/ 76200 h 109219"/>
                <a:gd name="connsiteX122" fmla="*/ 247015 w 870584"/>
                <a:gd name="connsiteY122" fmla="*/ 69850 h 109219"/>
                <a:gd name="connsiteX123" fmla="*/ 247015 w 870584"/>
                <a:gd name="connsiteY123" fmla="*/ 42545 h 109219"/>
                <a:gd name="connsiteX124" fmla="*/ 241300 w 870584"/>
                <a:gd name="connsiteY124" fmla="*/ 36830 h 109219"/>
                <a:gd name="connsiteX125" fmla="*/ 233045 w 870584"/>
                <a:gd name="connsiteY125" fmla="*/ 34290 h 109219"/>
                <a:gd name="connsiteX126" fmla="*/ 221615 w 870584"/>
                <a:gd name="connsiteY126" fmla="*/ 40640 h 109219"/>
                <a:gd name="connsiteX127" fmla="*/ 217805 w 870584"/>
                <a:gd name="connsiteY127" fmla="*/ 57150 h 109219"/>
                <a:gd name="connsiteX128" fmla="*/ 217805 w 870584"/>
                <a:gd name="connsiteY128" fmla="*/ 58420 h 109219"/>
                <a:gd name="connsiteX129" fmla="*/ 207010 w 870584"/>
                <a:gd name="connsiteY129" fmla="*/ 57150 h 109219"/>
                <a:gd name="connsiteX130" fmla="*/ 213360 w 870584"/>
                <a:gd name="connsiteY130" fmla="*/ 33655 h 109219"/>
                <a:gd name="connsiteX131" fmla="*/ 230505 w 870584"/>
                <a:gd name="connsiteY131" fmla="*/ 24765 h 109219"/>
                <a:gd name="connsiteX132" fmla="*/ 240665 w 870584"/>
                <a:gd name="connsiteY132" fmla="*/ 26670 h 109219"/>
                <a:gd name="connsiteX133" fmla="*/ 247650 w 870584"/>
                <a:gd name="connsiteY133" fmla="*/ 33020 h 109219"/>
                <a:gd name="connsiteX134" fmla="*/ 248920 w 870584"/>
                <a:gd name="connsiteY134" fmla="*/ 25400 h 109219"/>
                <a:gd name="connsiteX135" fmla="*/ 257810 w 870584"/>
                <a:gd name="connsiteY135" fmla="*/ 25400 h 109219"/>
                <a:gd name="connsiteX136" fmla="*/ 257810 w 870584"/>
                <a:gd name="connsiteY136" fmla="*/ 84455 h 109219"/>
                <a:gd name="connsiteX137" fmla="*/ 251460 w 870584"/>
                <a:gd name="connsiteY137" fmla="*/ 102870 h 109219"/>
                <a:gd name="connsiteX138" fmla="*/ 233045 w 870584"/>
                <a:gd name="connsiteY138" fmla="*/ 109220 h 109219"/>
                <a:gd name="connsiteX139" fmla="*/ 223520 w 870584"/>
                <a:gd name="connsiteY139" fmla="*/ 107950 h 109219"/>
                <a:gd name="connsiteX140" fmla="*/ 214630 w 870584"/>
                <a:gd name="connsiteY140" fmla="*/ 104775 h 109219"/>
                <a:gd name="connsiteX141" fmla="*/ 217170 w 870584"/>
                <a:gd name="connsiteY141" fmla="*/ 96520 h 109219"/>
                <a:gd name="connsiteX142" fmla="*/ 224155 w 870584"/>
                <a:gd name="connsiteY142" fmla="*/ 99060 h 109219"/>
                <a:gd name="connsiteX143" fmla="*/ 232410 w 870584"/>
                <a:gd name="connsiteY143" fmla="*/ 100330 h 109219"/>
                <a:gd name="connsiteX144" fmla="*/ 243205 w 870584"/>
                <a:gd name="connsiteY144" fmla="*/ 96520 h 109219"/>
                <a:gd name="connsiteX145" fmla="*/ 246380 w 870584"/>
                <a:gd name="connsiteY145" fmla="*/ 85090 h 109219"/>
                <a:gd name="connsiteX146" fmla="*/ 246380 w 870584"/>
                <a:gd name="connsiteY146" fmla="*/ 79375 h 109219"/>
                <a:gd name="connsiteX147" fmla="*/ 239395 w 870584"/>
                <a:gd name="connsiteY147" fmla="*/ 85090 h 109219"/>
                <a:gd name="connsiteX148" fmla="*/ 229870 w 870584"/>
                <a:gd name="connsiteY148" fmla="*/ 86995 h 109219"/>
                <a:gd name="connsiteX149" fmla="*/ 212725 w 870584"/>
                <a:gd name="connsiteY149" fmla="*/ 79375 h 109219"/>
                <a:gd name="connsiteX150" fmla="*/ 206375 w 870584"/>
                <a:gd name="connsiteY150" fmla="*/ 58420 h 109219"/>
                <a:gd name="connsiteX151" fmla="*/ 206375 w 870584"/>
                <a:gd name="connsiteY151" fmla="*/ 57150 h 109219"/>
                <a:gd name="connsiteX152" fmla="*/ 133350 w 870584"/>
                <a:gd name="connsiteY152" fmla="*/ 79375 h 109219"/>
                <a:gd name="connsiteX153" fmla="*/ 142240 w 870584"/>
                <a:gd name="connsiteY153" fmla="*/ 78105 h 109219"/>
                <a:gd name="connsiteX154" fmla="*/ 142240 w 870584"/>
                <a:gd name="connsiteY154" fmla="*/ 35560 h 109219"/>
                <a:gd name="connsiteX155" fmla="*/ 133350 w 870584"/>
                <a:gd name="connsiteY155" fmla="*/ 34290 h 109219"/>
                <a:gd name="connsiteX156" fmla="*/ 133350 w 870584"/>
                <a:gd name="connsiteY156" fmla="*/ 27305 h 109219"/>
                <a:gd name="connsiteX157" fmla="*/ 151765 w 870584"/>
                <a:gd name="connsiteY157" fmla="*/ 27305 h 109219"/>
                <a:gd name="connsiteX158" fmla="*/ 152400 w 870584"/>
                <a:gd name="connsiteY158" fmla="*/ 36195 h 109219"/>
                <a:gd name="connsiteX159" fmla="*/ 160020 w 870584"/>
                <a:gd name="connsiteY159" fmla="*/ 28575 h 109219"/>
                <a:gd name="connsiteX160" fmla="*/ 170180 w 870584"/>
                <a:gd name="connsiteY160" fmla="*/ 26035 h 109219"/>
                <a:gd name="connsiteX161" fmla="*/ 184785 w 870584"/>
                <a:gd name="connsiteY161" fmla="*/ 31750 h 109219"/>
                <a:gd name="connsiteX162" fmla="*/ 189865 w 870584"/>
                <a:gd name="connsiteY162" fmla="*/ 48895 h 109219"/>
                <a:gd name="connsiteX163" fmla="*/ 189865 w 870584"/>
                <a:gd name="connsiteY163" fmla="*/ 78105 h 109219"/>
                <a:gd name="connsiteX164" fmla="*/ 198755 w 870584"/>
                <a:gd name="connsiteY164" fmla="*/ 79375 h 109219"/>
                <a:gd name="connsiteX165" fmla="*/ 198755 w 870584"/>
                <a:gd name="connsiteY165" fmla="*/ 86360 h 109219"/>
                <a:gd name="connsiteX166" fmla="*/ 170180 w 870584"/>
                <a:gd name="connsiteY166" fmla="*/ 86360 h 109219"/>
                <a:gd name="connsiteX167" fmla="*/ 170180 w 870584"/>
                <a:gd name="connsiteY167" fmla="*/ 79375 h 109219"/>
                <a:gd name="connsiteX168" fmla="*/ 179070 w 870584"/>
                <a:gd name="connsiteY168" fmla="*/ 78105 h 109219"/>
                <a:gd name="connsiteX169" fmla="*/ 179070 w 870584"/>
                <a:gd name="connsiteY169" fmla="*/ 48895 h 109219"/>
                <a:gd name="connsiteX170" fmla="*/ 175895 w 870584"/>
                <a:gd name="connsiteY170" fmla="*/ 37465 h 109219"/>
                <a:gd name="connsiteX171" fmla="*/ 166370 w 870584"/>
                <a:gd name="connsiteY171" fmla="*/ 34290 h 109219"/>
                <a:gd name="connsiteX172" fmla="*/ 158115 w 870584"/>
                <a:gd name="connsiteY172" fmla="*/ 36830 h 109219"/>
                <a:gd name="connsiteX173" fmla="*/ 152400 w 870584"/>
                <a:gd name="connsiteY173" fmla="*/ 43180 h 109219"/>
                <a:gd name="connsiteX174" fmla="*/ 152400 w 870584"/>
                <a:gd name="connsiteY174" fmla="*/ 78105 h 109219"/>
                <a:gd name="connsiteX175" fmla="*/ 161290 w 870584"/>
                <a:gd name="connsiteY175" fmla="*/ 79375 h 109219"/>
                <a:gd name="connsiteX176" fmla="*/ 161290 w 870584"/>
                <a:gd name="connsiteY176" fmla="*/ 86360 h 109219"/>
                <a:gd name="connsiteX177" fmla="*/ 132715 w 870584"/>
                <a:gd name="connsiteY177" fmla="*/ 86360 h 109219"/>
                <a:gd name="connsiteX178" fmla="*/ 132715 w 870584"/>
                <a:gd name="connsiteY178" fmla="*/ 79375 h 109219"/>
                <a:gd name="connsiteX179" fmla="*/ 100330 w 870584"/>
                <a:gd name="connsiteY179" fmla="*/ 33655 h 109219"/>
                <a:gd name="connsiteX180" fmla="*/ 90805 w 870584"/>
                <a:gd name="connsiteY180" fmla="*/ 38100 h 109219"/>
                <a:gd name="connsiteX181" fmla="*/ 86360 w 870584"/>
                <a:gd name="connsiteY181" fmla="*/ 49530 h 109219"/>
                <a:gd name="connsiteX182" fmla="*/ 86360 w 870584"/>
                <a:gd name="connsiteY182" fmla="*/ 49530 h 109219"/>
                <a:gd name="connsiteX183" fmla="*/ 113665 w 870584"/>
                <a:gd name="connsiteY183" fmla="*/ 49530 h 109219"/>
                <a:gd name="connsiteX184" fmla="*/ 113665 w 870584"/>
                <a:gd name="connsiteY184" fmla="*/ 48260 h 109219"/>
                <a:gd name="connsiteX185" fmla="*/ 110490 w 870584"/>
                <a:gd name="connsiteY185" fmla="*/ 37465 h 109219"/>
                <a:gd name="connsiteX186" fmla="*/ 100330 w 870584"/>
                <a:gd name="connsiteY186" fmla="*/ 33655 h 109219"/>
                <a:gd name="connsiteX187" fmla="*/ 101600 w 870584"/>
                <a:gd name="connsiteY187" fmla="*/ 86995 h 109219"/>
                <a:gd name="connsiteX188" fmla="*/ 81915 w 870584"/>
                <a:gd name="connsiteY188" fmla="*/ 78740 h 109219"/>
                <a:gd name="connsiteX189" fmla="*/ 74295 w 870584"/>
                <a:gd name="connsiteY189" fmla="*/ 57150 h 109219"/>
                <a:gd name="connsiteX190" fmla="*/ 74295 w 870584"/>
                <a:gd name="connsiteY190" fmla="*/ 54610 h 109219"/>
                <a:gd name="connsiteX191" fmla="*/ 81915 w 870584"/>
                <a:gd name="connsiteY191" fmla="*/ 33655 h 109219"/>
                <a:gd name="connsiteX192" fmla="*/ 99695 w 870584"/>
                <a:gd name="connsiteY192" fmla="*/ 25400 h 109219"/>
                <a:gd name="connsiteX193" fmla="*/ 118110 w 870584"/>
                <a:gd name="connsiteY193" fmla="*/ 32385 h 109219"/>
                <a:gd name="connsiteX194" fmla="*/ 124460 w 870584"/>
                <a:gd name="connsiteY194" fmla="*/ 52070 h 109219"/>
                <a:gd name="connsiteX195" fmla="*/ 124460 w 870584"/>
                <a:gd name="connsiteY195" fmla="*/ 59055 h 109219"/>
                <a:gd name="connsiteX196" fmla="*/ 85725 w 870584"/>
                <a:gd name="connsiteY196" fmla="*/ 59055 h 109219"/>
                <a:gd name="connsiteX197" fmla="*/ 85725 w 870584"/>
                <a:gd name="connsiteY197" fmla="*/ 59055 h 109219"/>
                <a:gd name="connsiteX198" fmla="*/ 90170 w 870584"/>
                <a:gd name="connsiteY198" fmla="*/ 73025 h 109219"/>
                <a:gd name="connsiteX199" fmla="*/ 101600 w 870584"/>
                <a:gd name="connsiteY199" fmla="*/ 78740 h 109219"/>
                <a:gd name="connsiteX200" fmla="*/ 111125 w 870584"/>
                <a:gd name="connsiteY200" fmla="*/ 77470 h 109219"/>
                <a:gd name="connsiteX201" fmla="*/ 118110 w 870584"/>
                <a:gd name="connsiteY201" fmla="*/ 73025 h 109219"/>
                <a:gd name="connsiteX202" fmla="*/ 122555 w 870584"/>
                <a:gd name="connsiteY202" fmla="*/ 80010 h 109219"/>
                <a:gd name="connsiteX203" fmla="*/ 114300 w 870584"/>
                <a:gd name="connsiteY203" fmla="*/ 85090 h 109219"/>
                <a:gd name="connsiteX204" fmla="*/ 101600 w 870584"/>
                <a:gd name="connsiteY204" fmla="*/ 86995 h 109219"/>
                <a:gd name="connsiteX205" fmla="*/ 836930 w 870584"/>
                <a:gd name="connsiteY205" fmla="*/ 78105 h 109219"/>
                <a:gd name="connsiteX206" fmla="*/ 847090 w 870584"/>
                <a:gd name="connsiteY206" fmla="*/ 75565 h 109219"/>
                <a:gd name="connsiteX207" fmla="*/ 853440 w 870584"/>
                <a:gd name="connsiteY207" fmla="*/ 69215 h 109219"/>
                <a:gd name="connsiteX208" fmla="*/ 853440 w 870584"/>
                <a:gd name="connsiteY208" fmla="*/ 59690 h 109219"/>
                <a:gd name="connsiteX209" fmla="*/ 842010 w 870584"/>
                <a:gd name="connsiteY209" fmla="*/ 59690 h 109219"/>
                <a:gd name="connsiteX210" fmla="*/ 831215 w 870584"/>
                <a:gd name="connsiteY210" fmla="*/ 62865 h 109219"/>
                <a:gd name="connsiteX211" fmla="*/ 827405 w 870584"/>
                <a:gd name="connsiteY211" fmla="*/ 70485 h 109219"/>
                <a:gd name="connsiteX212" fmla="*/ 829945 w 870584"/>
                <a:gd name="connsiteY212" fmla="*/ 76200 h 109219"/>
                <a:gd name="connsiteX213" fmla="*/ 836930 w 870584"/>
                <a:gd name="connsiteY213" fmla="*/ 78105 h 109219"/>
                <a:gd name="connsiteX214" fmla="*/ 854710 w 870584"/>
                <a:gd name="connsiteY214" fmla="*/ 85725 h 109219"/>
                <a:gd name="connsiteX215" fmla="*/ 854075 w 870584"/>
                <a:gd name="connsiteY215" fmla="*/ 81280 h 109219"/>
                <a:gd name="connsiteX216" fmla="*/ 853440 w 870584"/>
                <a:gd name="connsiteY216" fmla="*/ 77470 h 109219"/>
                <a:gd name="connsiteX217" fmla="*/ 845820 w 870584"/>
                <a:gd name="connsiteY217" fmla="*/ 84455 h 109219"/>
                <a:gd name="connsiteX218" fmla="*/ 835660 w 870584"/>
                <a:gd name="connsiteY218" fmla="*/ 86995 h 109219"/>
                <a:gd name="connsiteX219" fmla="*/ 821690 w 870584"/>
                <a:gd name="connsiteY219" fmla="*/ 82550 h 109219"/>
                <a:gd name="connsiteX220" fmla="*/ 816610 w 870584"/>
                <a:gd name="connsiteY220" fmla="*/ 69850 h 109219"/>
                <a:gd name="connsiteX221" fmla="*/ 823595 w 870584"/>
                <a:gd name="connsiteY221" fmla="*/ 56515 h 109219"/>
                <a:gd name="connsiteX222" fmla="*/ 842645 w 870584"/>
                <a:gd name="connsiteY222" fmla="*/ 52070 h 109219"/>
                <a:gd name="connsiteX223" fmla="*/ 854075 w 870584"/>
                <a:gd name="connsiteY223" fmla="*/ 52070 h 109219"/>
                <a:gd name="connsiteX224" fmla="*/ 854075 w 870584"/>
                <a:gd name="connsiteY224" fmla="*/ 45085 h 109219"/>
                <a:gd name="connsiteX225" fmla="*/ 850900 w 870584"/>
                <a:gd name="connsiteY225" fmla="*/ 36830 h 109219"/>
                <a:gd name="connsiteX226" fmla="*/ 842010 w 870584"/>
                <a:gd name="connsiteY226" fmla="*/ 33655 h 109219"/>
                <a:gd name="connsiteX227" fmla="*/ 835025 w 870584"/>
                <a:gd name="connsiteY227" fmla="*/ 34925 h 109219"/>
                <a:gd name="connsiteX228" fmla="*/ 829945 w 870584"/>
                <a:gd name="connsiteY228" fmla="*/ 38100 h 109219"/>
                <a:gd name="connsiteX229" fmla="*/ 828675 w 870584"/>
                <a:gd name="connsiteY229" fmla="*/ 44450 h 109219"/>
                <a:gd name="connsiteX230" fmla="*/ 820420 w 870584"/>
                <a:gd name="connsiteY230" fmla="*/ 44450 h 109219"/>
                <a:gd name="connsiteX231" fmla="*/ 820420 w 870584"/>
                <a:gd name="connsiteY231" fmla="*/ 33020 h 109219"/>
                <a:gd name="connsiteX232" fmla="*/ 830580 w 870584"/>
                <a:gd name="connsiteY232" fmla="*/ 27940 h 109219"/>
                <a:gd name="connsiteX233" fmla="*/ 843280 w 870584"/>
                <a:gd name="connsiteY233" fmla="*/ 26035 h 109219"/>
                <a:gd name="connsiteX234" fmla="*/ 859790 w 870584"/>
                <a:gd name="connsiteY234" fmla="*/ 31115 h 109219"/>
                <a:gd name="connsiteX235" fmla="*/ 866140 w 870584"/>
                <a:gd name="connsiteY235" fmla="*/ 45720 h 109219"/>
                <a:gd name="connsiteX236" fmla="*/ 866140 w 870584"/>
                <a:gd name="connsiteY236" fmla="*/ 74295 h 109219"/>
                <a:gd name="connsiteX237" fmla="*/ 866140 w 870584"/>
                <a:gd name="connsiteY237" fmla="*/ 76835 h 109219"/>
                <a:gd name="connsiteX238" fmla="*/ 866140 w 870584"/>
                <a:gd name="connsiteY238" fmla="*/ 78740 h 109219"/>
                <a:gd name="connsiteX239" fmla="*/ 870585 w 870584"/>
                <a:gd name="connsiteY239" fmla="*/ 79375 h 109219"/>
                <a:gd name="connsiteX240" fmla="*/ 870585 w 870584"/>
                <a:gd name="connsiteY240" fmla="*/ 86360 h 109219"/>
                <a:gd name="connsiteX241" fmla="*/ 854710 w 870584"/>
                <a:gd name="connsiteY241" fmla="*/ 86360 h 109219"/>
                <a:gd name="connsiteX242" fmla="*/ 798195 w 870584"/>
                <a:gd name="connsiteY242" fmla="*/ 11430 h 109219"/>
                <a:gd name="connsiteX243" fmla="*/ 787400 w 870584"/>
                <a:gd name="connsiteY243" fmla="*/ 11430 h 109219"/>
                <a:gd name="connsiteX244" fmla="*/ 787400 w 870584"/>
                <a:gd name="connsiteY244" fmla="*/ 635 h 109219"/>
                <a:gd name="connsiteX245" fmla="*/ 798195 w 870584"/>
                <a:gd name="connsiteY245" fmla="*/ 635 h 109219"/>
                <a:gd name="connsiteX246" fmla="*/ 798195 w 870584"/>
                <a:gd name="connsiteY246" fmla="*/ 11430 h 109219"/>
                <a:gd name="connsiteX247" fmla="*/ 778510 w 870584"/>
                <a:gd name="connsiteY247" fmla="*/ 79375 h 109219"/>
                <a:gd name="connsiteX248" fmla="*/ 787400 w 870584"/>
                <a:gd name="connsiteY248" fmla="*/ 78105 h 109219"/>
                <a:gd name="connsiteX249" fmla="*/ 787400 w 870584"/>
                <a:gd name="connsiteY249" fmla="*/ 35560 h 109219"/>
                <a:gd name="connsiteX250" fmla="*/ 778510 w 870584"/>
                <a:gd name="connsiteY250" fmla="*/ 34290 h 109219"/>
                <a:gd name="connsiteX251" fmla="*/ 778510 w 870584"/>
                <a:gd name="connsiteY251" fmla="*/ 27305 h 109219"/>
                <a:gd name="connsiteX252" fmla="*/ 798195 w 870584"/>
                <a:gd name="connsiteY252" fmla="*/ 27305 h 109219"/>
                <a:gd name="connsiteX253" fmla="*/ 798195 w 870584"/>
                <a:gd name="connsiteY253" fmla="*/ 78105 h 109219"/>
                <a:gd name="connsiteX254" fmla="*/ 807085 w 870584"/>
                <a:gd name="connsiteY254" fmla="*/ 79375 h 109219"/>
                <a:gd name="connsiteX255" fmla="*/ 807085 w 870584"/>
                <a:gd name="connsiteY255" fmla="*/ 86360 h 109219"/>
                <a:gd name="connsiteX256" fmla="*/ 778510 w 870584"/>
                <a:gd name="connsiteY256" fmla="*/ 86360 h 109219"/>
                <a:gd name="connsiteX257" fmla="*/ 778510 w 870584"/>
                <a:gd name="connsiteY257" fmla="*/ 79375 h 109219"/>
                <a:gd name="connsiteX258" fmla="*/ 721995 w 870584"/>
                <a:gd name="connsiteY258" fmla="*/ 58420 h 109219"/>
                <a:gd name="connsiteX259" fmla="*/ 725805 w 870584"/>
                <a:gd name="connsiteY259" fmla="*/ 73025 h 109219"/>
                <a:gd name="connsiteX260" fmla="*/ 737235 w 870584"/>
                <a:gd name="connsiteY260" fmla="*/ 78740 h 109219"/>
                <a:gd name="connsiteX261" fmla="*/ 745490 w 870584"/>
                <a:gd name="connsiteY261" fmla="*/ 76835 h 109219"/>
                <a:gd name="connsiteX262" fmla="*/ 751205 w 870584"/>
                <a:gd name="connsiteY262" fmla="*/ 70485 h 109219"/>
                <a:gd name="connsiteX263" fmla="*/ 751205 w 870584"/>
                <a:gd name="connsiteY263" fmla="*/ 42545 h 109219"/>
                <a:gd name="connsiteX264" fmla="*/ 745490 w 870584"/>
                <a:gd name="connsiteY264" fmla="*/ 36830 h 109219"/>
                <a:gd name="connsiteX265" fmla="*/ 737235 w 870584"/>
                <a:gd name="connsiteY265" fmla="*/ 34925 h 109219"/>
                <a:gd name="connsiteX266" fmla="*/ 725805 w 870584"/>
                <a:gd name="connsiteY266" fmla="*/ 41275 h 109219"/>
                <a:gd name="connsiteX267" fmla="*/ 721995 w 870584"/>
                <a:gd name="connsiteY267" fmla="*/ 57785 h 109219"/>
                <a:gd name="connsiteX268" fmla="*/ 721995 w 870584"/>
                <a:gd name="connsiteY268" fmla="*/ 58420 h 109219"/>
                <a:gd name="connsiteX269" fmla="*/ 751205 w 870584"/>
                <a:gd name="connsiteY269" fmla="*/ 78740 h 109219"/>
                <a:gd name="connsiteX270" fmla="*/ 744220 w 870584"/>
                <a:gd name="connsiteY270" fmla="*/ 85090 h 109219"/>
                <a:gd name="connsiteX271" fmla="*/ 734695 w 870584"/>
                <a:gd name="connsiteY271" fmla="*/ 86995 h 109219"/>
                <a:gd name="connsiteX272" fmla="*/ 717550 w 870584"/>
                <a:gd name="connsiteY272" fmla="*/ 79375 h 109219"/>
                <a:gd name="connsiteX273" fmla="*/ 711200 w 870584"/>
                <a:gd name="connsiteY273" fmla="*/ 58420 h 109219"/>
                <a:gd name="connsiteX274" fmla="*/ 711200 w 870584"/>
                <a:gd name="connsiteY274" fmla="*/ 57150 h 109219"/>
                <a:gd name="connsiteX275" fmla="*/ 717550 w 870584"/>
                <a:gd name="connsiteY275" fmla="*/ 33655 h 109219"/>
                <a:gd name="connsiteX276" fmla="*/ 734695 w 870584"/>
                <a:gd name="connsiteY276" fmla="*/ 24765 h 109219"/>
                <a:gd name="connsiteX277" fmla="*/ 744220 w 870584"/>
                <a:gd name="connsiteY277" fmla="*/ 26670 h 109219"/>
                <a:gd name="connsiteX278" fmla="*/ 751205 w 870584"/>
                <a:gd name="connsiteY278" fmla="*/ 32385 h 109219"/>
                <a:gd name="connsiteX279" fmla="*/ 751205 w 870584"/>
                <a:gd name="connsiteY279" fmla="*/ 8255 h 109219"/>
                <a:gd name="connsiteX280" fmla="*/ 742315 w 870584"/>
                <a:gd name="connsiteY280" fmla="*/ 6985 h 109219"/>
                <a:gd name="connsiteX281" fmla="*/ 742315 w 870584"/>
                <a:gd name="connsiteY281" fmla="*/ 0 h 109219"/>
                <a:gd name="connsiteX282" fmla="*/ 751205 w 870584"/>
                <a:gd name="connsiteY282" fmla="*/ 0 h 109219"/>
                <a:gd name="connsiteX283" fmla="*/ 762000 w 870584"/>
                <a:gd name="connsiteY283" fmla="*/ 0 h 109219"/>
                <a:gd name="connsiteX284" fmla="*/ 762000 w 870584"/>
                <a:gd name="connsiteY284" fmla="*/ 77470 h 109219"/>
                <a:gd name="connsiteX285" fmla="*/ 770890 w 870584"/>
                <a:gd name="connsiteY285" fmla="*/ 78740 h 109219"/>
                <a:gd name="connsiteX286" fmla="*/ 770890 w 870584"/>
                <a:gd name="connsiteY286" fmla="*/ 85725 h 109219"/>
                <a:gd name="connsiteX287" fmla="*/ 752475 w 870584"/>
                <a:gd name="connsiteY287" fmla="*/ 85725 h 109219"/>
                <a:gd name="connsiteX288" fmla="*/ 751205 w 870584"/>
                <a:gd name="connsiteY288" fmla="*/ 78740 h 109219"/>
                <a:gd name="connsiteX289" fmla="*/ 637540 w 870584"/>
                <a:gd name="connsiteY289" fmla="*/ 79375 h 109219"/>
                <a:gd name="connsiteX290" fmla="*/ 646430 w 870584"/>
                <a:gd name="connsiteY290" fmla="*/ 78105 h 109219"/>
                <a:gd name="connsiteX291" fmla="*/ 646430 w 870584"/>
                <a:gd name="connsiteY291" fmla="*/ 35560 h 109219"/>
                <a:gd name="connsiteX292" fmla="*/ 637540 w 870584"/>
                <a:gd name="connsiteY292" fmla="*/ 34290 h 109219"/>
                <a:gd name="connsiteX293" fmla="*/ 637540 w 870584"/>
                <a:gd name="connsiteY293" fmla="*/ 27305 h 109219"/>
                <a:gd name="connsiteX294" fmla="*/ 655955 w 870584"/>
                <a:gd name="connsiteY294" fmla="*/ 27305 h 109219"/>
                <a:gd name="connsiteX295" fmla="*/ 656590 w 870584"/>
                <a:gd name="connsiteY295" fmla="*/ 36195 h 109219"/>
                <a:gd name="connsiteX296" fmla="*/ 664210 w 870584"/>
                <a:gd name="connsiteY296" fmla="*/ 28575 h 109219"/>
                <a:gd name="connsiteX297" fmla="*/ 674370 w 870584"/>
                <a:gd name="connsiteY297" fmla="*/ 26035 h 109219"/>
                <a:gd name="connsiteX298" fmla="*/ 688975 w 870584"/>
                <a:gd name="connsiteY298" fmla="*/ 31750 h 109219"/>
                <a:gd name="connsiteX299" fmla="*/ 694055 w 870584"/>
                <a:gd name="connsiteY299" fmla="*/ 48895 h 109219"/>
                <a:gd name="connsiteX300" fmla="*/ 694055 w 870584"/>
                <a:gd name="connsiteY300" fmla="*/ 78105 h 109219"/>
                <a:gd name="connsiteX301" fmla="*/ 702945 w 870584"/>
                <a:gd name="connsiteY301" fmla="*/ 79375 h 109219"/>
                <a:gd name="connsiteX302" fmla="*/ 702945 w 870584"/>
                <a:gd name="connsiteY302" fmla="*/ 86360 h 109219"/>
                <a:gd name="connsiteX303" fmla="*/ 674370 w 870584"/>
                <a:gd name="connsiteY303" fmla="*/ 86360 h 109219"/>
                <a:gd name="connsiteX304" fmla="*/ 674370 w 870584"/>
                <a:gd name="connsiteY304" fmla="*/ 79375 h 109219"/>
                <a:gd name="connsiteX305" fmla="*/ 683260 w 870584"/>
                <a:gd name="connsiteY305" fmla="*/ 78105 h 109219"/>
                <a:gd name="connsiteX306" fmla="*/ 683260 w 870584"/>
                <a:gd name="connsiteY306" fmla="*/ 48895 h 109219"/>
                <a:gd name="connsiteX307" fmla="*/ 680085 w 870584"/>
                <a:gd name="connsiteY307" fmla="*/ 37465 h 109219"/>
                <a:gd name="connsiteX308" fmla="*/ 670560 w 870584"/>
                <a:gd name="connsiteY308" fmla="*/ 34290 h 109219"/>
                <a:gd name="connsiteX309" fmla="*/ 662305 w 870584"/>
                <a:gd name="connsiteY309" fmla="*/ 36830 h 109219"/>
                <a:gd name="connsiteX310" fmla="*/ 656590 w 870584"/>
                <a:gd name="connsiteY310" fmla="*/ 43180 h 109219"/>
                <a:gd name="connsiteX311" fmla="*/ 656590 w 870584"/>
                <a:gd name="connsiteY311" fmla="*/ 78105 h 109219"/>
                <a:gd name="connsiteX312" fmla="*/ 665480 w 870584"/>
                <a:gd name="connsiteY312" fmla="*/ 79375 h 109219"/>
                <a:gd name="connsiteX313" fmla="*/ 665480 w 870584"/>
                <a:gd name="connsiteY313" fmla="*/ 86360 h 109219"/>
                <a:gd name="connsiteX314" fmla="*/ 636905 w 870584"/>
                <a:gd name="connsiteY314" fmla="*/ 86360 h 109219"/>
                <a:gd name="connsiteX315" fmla="*/ 636905 w 870584"/>
                <a:gd name="connsiteY315" fmla="*/ 79375 h 109219"/>
                <a:gd name="connsiteX316" fmla="*/ 601345 w 870584"/>
                <a:gd name="connsiteY316" fmla="*/ 12700 h 109219"/>
                <a:gd name="connsiteX317" fmla="*/ 601345 w 870584"/>
                <a:gd name="connsiteY317" fmla="*/ 5715 h 109219"/>
                <a:gd name="connsiteX318" fmla="*/ 629920 w 870584"/>
                <a:gd name="connsiteY318" fmla="*/ 5715 h 109219"/>
                <a:gd name="connsiteX319" fmla="*/ 629920 w 870584"/>
                <a:gd name="connsiteY319" fmla="*/ 12700 h 109219"/>
                <a:gd name="connsiteX320" fmla="*/ 621030 w 870584"/>
                <a:gd name="connsiteY320" fmla="*/ 13970 h 109219"/>
                <a:gd name="connsiteX321" fmla="*/ 621030 w 870584"/>
                <a:gd name="connsiteY321" fmla="*/ 76835 h 109219"/>
                <a:gd name="connsiteX322" fmla="*/ 629920 w 870584"/>
                <a:gd name="connsiteY322" fmla="*/ 78105 h 109219"/>
                <a:gd name="connsiteX323" fmla="*/ 629920 w 870584"/>
                <a:gd name="connsiteY323" fmla="*/ 85090 h 109219"/>
                <a:gd name="connsiteX324" fmla="*/ 601345 w 870584"/>
                <a:gd name="connsiteY324" fmla="*/ 85090 h 109219"/>
                <a:gd name="connsiteX325" fmla="*/ 601345 w 870584"/>
                <a:gd name="connsiteY325" fmla="*/ 78105 h 109219"/>
                <a:gd name="connsiteX326" fmla="*/ 610235 w 870584"/>
                <a:gd name="connsiteY326" fmla="*/ 76835 h 109219"/>
                <a:gd name="connsiteX327" fmla="*/ 610235 w 870584"/>
                <a:gd name="connsiteY327" fmla="*/ 13970 h 109219"/>
                <a:gd name="connsiteX328" fmla="*/ 601345 w 870584"/>
                <a:gd name="connsiteY328" fmla="*/ 12700 h 109219"/>
                <a:gd name="connsiteX329" fmla="*/ 564515 w 870584"/>
                <a:gd name="connsiteY329" fmla="*/ 81915 h 109219"/>
                <a:gd name="connsiteX330" fmla="*/ 561975 w 870584"/>
                <a:gd name="connsiteY330" fmla="*/ 93345 h 109219"/>
                <a:gd name="connsiteX331" fmla="*/ 554990 w 870584"/>
                <a:gd name="connsiteY331" fmla="*/ 102870 h 109219"/>
                <a:gd name="connsiteX332" fmla="*/ 548640 w 870584"/>
                <a:gd name="connsiteY332" fmla="*/ 99060 h 109219"/>
                <a:gd name="connsiteX333" fmla="*/ 552450 w 870584"/>
                <a:gd name="connsiteY333" fmla="*/ 90805 h 109219"/>
                <a:gd name="connsiteX334" fmla="*/ 553720 w 870584"/>
                <a:gd name="connsiteY334" fmla="*/ 81915 h 109219"/>
                <a:gd name="connsiteX335" fmla="*/ 553720 w 870584"/>
                <a:gd name="connsiteY335" fmla="*/ 73660 h 109219"/>
                <a:gd name="connsiteX336" fmla="*/ 564515 w 870584"/>
                <a:gd name="connsiteY336" fmla="*/ 73660 h 109219"/>
                <a:gd name="connsiteX337" fmla="*/ 564515 w 870584"/>
                <a:gd name="connsiteY337" fmla="*/ 81915 h 109219"/>
                <a:gd name="connsiteX338" fmla="*/ 19685 w 870584"/>
                <a:gd name="connsiteY338" fmla="*/ 40005 h 109219"/>
                <a:gd name="connsiteX339" fmla="*/ 38100 w 870584"/>
                <a:gd name="connsiteY339" fmla="*/ 40005 h 109219"/>
                <a:gd name="connsiteX340" fmla="*/ 47625 w 870584"/>
                <a:gd name="connsiteY340" fmla="*/ 36830 h 109219"/>
                <a:gd name="connsiteX341" fmla="*/ 51435 w 870584"/>
                <a:gd name="connsiteY341" fmla="*/ 27940 h 109219"/>
                <a:gd name="connsiteX342" fmla="*/ 47625 w 870584"/>
                <a:gd name="connsiteY342" fmla="*/ 18415 h 109219"/>
                <a:gd name="connsiteX343" fmla="*/ 35560 w 870584"/>
                <a:gd name="connsiteY343" fmla="*/ 15240 h 109219"/>
                <a:gd name="connsiteX344" fmla="*/ 20320 w 870584"/>
                <a:gd name="connsiteY344" fmla="*/ 15240 h 109219"/>
                <a:gd name="connsiteX345" fmla="*/ 20320 w 870584"/>
                <a:gd name="connsiteY345" fmla="*/ 40005 h 109219"/>
                <a:gd name="connsiteX346" fmla="*/ 19685 w 870584"/>
                <a:gd name="connsiteY346" fmla="*/ 48260 h 109219"/>
                <a:gd name="connsiteX347" fmla="*/ 19685 w 870584"/>
                <a:gd name="connsiteY347" fmla="*/ 77470 h 109219"/>
                <a:gd name="connsiteX348" fmla="*/ 38100 w 870584"/>
                <a:gd name="connsiteY348" fmla="*/ 77470 h 109219"/>
                <a:gd name="connsiteX349" fmla="*/ 49530 w 870584"/>
                <a:gd name="connsiteY349" fmla="*/ 73660 h 109219"/>
                <a:gd name="connsiteX350" fmla="*/ 53340 w 870584"/>
                <a:gd name="connsiteY350" fmla="*/ 63500 h 109219"/>
                <a:gd name="connsiteX351" fmla="*/ 50165 w 870584"/>
                <a:gd name="connsiteY351" fmla="*/ 52705 h 109219"/>
                <a:gd name="connsiteX352" fmla="*/ 39370 w 870584"/>
                <a:gd name="connsiteY352" fmla="*/ 48895 h 109219"/>
                <a:gd name="connsiteX353" fmla="*/ 19685 w 870584"/>
                <a:gd name="connsiteY353" fmla="*/ 48895 h 109219"/>
                <a:gd name="connsiteX354" fmla="*/ 34925 w 870584"/>
                <a:gd name="connsiteY354" fmla="*/ 5715 h 109219"/>
                <a:gd name="connsiteX355" fmla="*/ 54610 w 870584"/>
                <a:gd name="connsiteY355" fmla="*/ 11430 h 109219"/>
                <a:gd name="connsiteX356" fmla="*/ 61595 w 870584"/>
                <a:gd name="connsiteY356" fmla="*/ 27940 h 109219"/>
                <a:gd name="connsiteX357" fmla="*/ 58420 w 870584"/>
                <a:gd name="connsiteY357" fmla="*/ 37465 h 109219"/>
                <a:gd name="connsiteX358" fmla="*/ 49530 w 870584"/>
                <a:gd name="connsiteY358" fmla="*/ 43815 h 109219"/>
                <a:gd name="connsiteX359" fmla="*/ 60960 w 870584"/>
                <a:gd name="connsiteY359" fmla="*/ 50800 h 109219"/>
                <a:gd name="connsiteX360" fmla="*/ 65405 w 870584"/>
                <a:gd name="connsiteY360" fmla="*/ 63500 h 109219"/>
                <a:gd name="connsiteX361" fmla="*/ 58420 w 870584"/>
                <a:gd name="connsiteY361" fmla="*/ 80010 h 109219"/>
                <a:gd name="connsiteX362" fmla="*/ 38735 w 870584"/>
                <a:gd name="connsiteY362" fmla="*/ 85725 h 109219"/>
                <a:gd name="connsiteX363" fmla="*/ 0 w 870584"/>
                <a:gd name="connsiteY363" fmla="*/ 85725 h 109219"/>
                <a:gd name="connsiteX364" fmla="*/ 0 w 870584"/>
                <a:gd name="connsiteY364" fmla="*/ 78740 h 109219"/>
                <a:gd name="connsiteX365" fmla="*/ 8890 w 870584"/>
                <a:gd name="connsiteY365" fmla="*/ 77470 h 109219"/>
                <a:gd name="connsiteX366" fmla="*/ 8890 w 870584"/>
                <a:gd name="connsiteY366" fmla="*/ 14605 h 109219"/>
                <a:gd name="connsiteX367" fmla="*/ 0 w 870584"/>
                <a:gd name="connsiteY367" fmla="*/ 13335 h 109219"/>
                <a:gd name="connsiteX368" fmla="*/ 0 w 870584"/>
                <a:gd name="connsiteY368" fmla="*/ 6350 h 109219"/>
                <a:gd name="connsiteX369" fmla="*/ 8890 w 870584"/>
                <a:gd name="connsiteY369" fmla="*/ 6350 h 109219"/>
                <a:gd name="connsiteX370" fmla="*/ 34925 w 870584"/>
                <a:gd name="connsiteY370" fmla="*/ 6350 h 10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870584" h="109219">
                  <a:moveTo>
                    <a:pt x="526415" y="77470"/>
                  </a:moveTo>
                  <a:cubicBezTo>
                    <a:pt x="524510" y="80645"/>
                    <a:pt x="521970" y="83185"/>
                    <a:pt x="519430" y="85090"/>
                  </a:cubicBezTo>
                  <a:cubicBezTo>
                    <a:pt x="516255" y="86995"/>
                    <a:pt x="513080" y="87630"/>
                    <a:pt x="509270" y="87630"/>
                  </a:cubicBezTo>
                  <a:cubicBezTo>
                    <a:pt x="502920" y="87630"/>
                    <a:pt x="497840" y="85725"/>
                    <a:pt x="494030" y="81280"/>
                  </a:cubicBezTo>
                  <a:cubicBezTo>
                    <a:pt x="490220" y="76835"/>
                    <a:pt x="488315" y="70485"/>
                    <a:pt x="488315" y="61595"/>
                  </a:cubicBezTo>
                  <a:lnTo>
                    <a:pt x="488315" y="34925"/>
                  </a:lnTo>
                  <a:lnTo>
                    <a:pt x="481330" y="33655"/>
                  </a:lnTo>
                  <a:lnTo>
                    <a:pt x="481330" y="26670"/>
                  </a:lnTo>
                  <a:lnTo>
                    <a:pt x="488315" y="26670"/>
                  </a:lnTo>
                  <a:lnTo>
                    <a:pt x="499110" y="26670"/>
                  </a:lnTo>
                  <a:lnTo>
                    <a:pt x="499110" y="61595"/>
                  </a:lnTo>
                  <a:cubicBezTo>
                    <a:pt x="499110" y="67945"/>
                    <a:pt x="499745" y="72390"/>
                    <a:pt x="501650" y="74930"/>
                  </a:cubicBezTo>
                  <a:cubicBezTo>
                    <a:pt x="503555" y="77470"/>
                    <a:pt x="506730" y="78740"/>
                    <a:pt x="510540" y="78740"/>
                  </a:cubicBezTo>
                  <a:cubicBezTo>
                    <a:pt x="514350" y="78740"/>
                    <a:pt x="517525" y="78105"/>
                    <a:pt x="520065" y="76200"/>
                  </a:cubicBezTo>
                  <a:cubicBezTo>
                    <a:pt x="522605" y="74930"/>
                    <a:pt x="524510" y="72390"/>
                    <a:pt x="525780" y="69850"/>
                  </a:cubicBezTo>
                  <a:lnTo>
                    <a:pt x="525780" y="35560"/>
                  </a:lnTo>
                  <a:lnTo>
                    <a:pt x="517525" y="34290"/>
                  </a:lnTo>
                  <a:lnTo>
                    <a:pt x="517525" y="27305"/>
                  </a:lnTo>
                  <a:lnTo>
                    <a:pt x="525780" y="27305"/>
                  </a:lnTo>
                  <a:lnTo>
                    <a:pt x="536575" y="27305"/>
                  </a:lnTo>
                  <a:lnTo>
                    <a:pt x="536575" y="78105"/>
                  </a:lnTo>
                  <a:lnTo>
                    <a:pt x="543560" y="79375"/>
                  </a:lnTo>
                  <a:lnTo>
                    <a:pt x="543560" y="86360"/>
                  </a:lnTo>
                  <a:lnTo>
                    <a:pt x="527050" y="86360"/>
                  </a:lnTo>
                  <a:lnTo>
                    <a:pt x="526415" y="77470"/>
                  </a:lnTo>
                  <a:close/>
                  <a:moveTo>
                    <a:pt x="436880" y="33655"/>
                  </a:moveTo>
                  <a:lnTo>
                    <a:pt x="436880" y="26670"/>
                  </a:lnTo>
                  <a:lnTo>
                    <a:pt x="455295" y="26670"/>
                  </a:lnTo>
                  <a:lnTo>
                    <a:pt x="456565" y="35560"/>
                  </a:lnTo>
                  <a:cubicBezTo>
                    <a:pt x="458470" y="32385"/>
                    <a:pt x="460375" y="29845"/>
                    <a:pt x="462915" y="28575"/>
                  </a:cubicBezTo>
                  <a:cubicBezTo>
                    <a:pt x="465455" y="26670"/>
                    <a:pt x="467995" y="26035"/>
                    <a:pt x="471170" y="26035"/>
                  </a:cubicBezTo>
                  <a:cubicBezTo>
                    <a:pt x="471805" y="26035"/>
                    <a:pt x="473075" y="26035"/>
                    <a:pt x="473710" y="26035"/>
                  </a:cubicBezTo>
                  <a:cubicBezTo>
                    <a:pt x="474345" y="26035"/>
                    <a:pt x="474980" y="26035"/>
                    <a:pt x="475615" y="26670"/>
                  </a:cubicBezTo>
                  <a:lnTo>
                    <a:pt x="474345" y="36830"/>
                  </a:lnTo>
                  <a:lnTo>
                    <a:pt x="467995" y="36195"/>
                  </a:lnTo>
                  <a:cubicBezTo>
                    <a:pt x="464820" y="36195"/>
                    <a:pt x="462915" y="36830"/>
                    <a:pt x="461010" y="38100"/>
                  </a:cubicBezTo>
                  <a:cubicBezTo>
                    <a:pt x="459105" y="39370"/>
                    <a:pt x="457835" y="41275"/>
                    <a:pt x="456565" y="43815"/>
                  </a:cubicBezTo>
                  <a:lnTo>
                    <a:pt x="456565" y="78105"/>
                  </a:lnTo>
                  <a:lnTo>
                    <a:pt x="465455" y="79375"/>
                  </a:lnTo>
                  <a:lnTo>
                    <a:pt x="465455" y="86360"/>
                  </a:lnTo>
                  <a:lnTo>
                    <a:pt x="436880" y="86360"/>
                  </a:lnTo>
                  <a:lnTo>
                    <a:pt x="436880" y="79375"/>
                  </a:lnTo>
                  <a:lnTo>
                    <a:pt x="445770" y="78105"/>
                  </a:lnTo>
                  <a:lnTo>
                    <a:pt x="445770" y="35560"/>
                  </a:lnTo>
                  <a:lnTo>
                    <a:pt x="436880" y="33655"/>
                  </a:lnTo>
                  <a:close/>
                  <a:moveTo>
                    <a:pt x="411480" y="77470"/>
                  </a:moveTo>
                  <a:cubicBezTo>
                    <a:pt x="409575" y="80645"/>
                    <a:pt x="407035" y="83185"/>
                    <a:pt x="404495" y="85090"/>
                  </a:cubicBezTo>
                  <a:cubicBezTo>
                    <a:pt x="401320" y="86995"/>
                    <a:pt x="398145" y="87630"/>
                    <a:pt x="394335" y="87630"/>
                  </a:cubicBezTo>
                  <a:cubicBezTo>
                    <a:pt x="387985" y="87630"/>
                    <a:pt x="382905" y="85725"/>
                    <a:pt x="379095" y="81280"/>
                  </a:cubicBezTo>
                  <a:cubicBezTo>
                    <a:pt x="375285" y="76835"/>
                    <a:pt x="373380" y="70485"/>
                    <a:pt x="373380" y="61595"/>
                  </a:cubicBezTo>
                  <a:lnTo>
                    <a:pt x="373380" y="34925"/>
                  </a:lnTo>
                  <a:lnTo>
                    <a:pt x="366395" y="33655"/>
                  </a:lnTo>
                  <a:lnTo>
                    <a:pt x="366395" y="26670"/>
                  </a:lnTo>
                  <a:lnTo>
                    <a:pt x="373380" y="26670"/>
                  </a:lnTo>
                  <a:lnTo>
                    <a:pt x="384175" y="26670"/>
                  </a:lnTo>
                  <a:lnTo>
                    <a:pt x="384175" y="61595"/>
                  </a:lnTo>
                  <a:cubicBezTo>
                    <a:pt x="384175" y="67945"/>
                    <a:pt x="384810" y="72390"/>
                    <a:pt x="386715" y="74930"/>
                  </a:cubicBezTo>
                  <a:cubicBezTo>
                    <a:pt x="388620" y="77470"/>
                    <a:pt x="391795" y="78740"/>
                    <a:pt x="395605" y="78740"/>
                  </a:cubicBezTo>
                  <a:cubicBezTo>
                    <a:pt x="399415" y="78740"/>
                    <a:pt x="402590" y="78105"/>
                    <a:pt x="405130" y="76200"/>
                  </a:cubicBezTo>
                  <a:cubicBezTo>
                    <a:pt x="407670" y="74930"/>
                    <a:pt x="409575" y="72390"/>
                    <a:pt x="410845" y="69850"/>
                  </a:cubicBezTo>
                  <a:lnTo>
                    <a:pt x="410845" y="35560"/>
                  </a:lnTo>
                  <a:lnTo>
                    <a:pt x="402590" y="34290"/>
                  </a:lnTo>
                  <a:lnTo>
                    <a:pt x="402590" y="27305"/>
                  </a:lnTo>
                  <a:lnTo>
                    <a:pt x="410845" y="27305"/>
                  </a:lnTo>
                  <a:lnTo>
                    <a:pt x="421640" y="27305"/>
                  </a:lnTo>
                  <a:lnTo>
                    <a:pt x="421640" y="78105"/>
                  </a:lnTo>
                  <a:lnTo>
                    <a:pt x="428625" y="79375"/>
                  </a:lnTo>
                  <a:lnTo>
                    <a:pt x="428625" y="86360"/>
                  </a:lnTo>
                  <a:lnTo>
                    <a:pt x="412115" y="86360"/>
                  </a:lnTo>
                  <a:lnTo>
                    <a:pt x="411480" y="77470"/>
                  </a:lnTo>
                  <a:close/>
                  <a:moveTo>
                    <a:pt x="331470" y="6985"/>
                  </a:moveTo>
                  <a:lnTo>
                    <a:pt x="331470" y="0"/>
                  </a:lnTo>
                  <a:lnTo>
                    <a:pt x="351155" y="0"/>
                  </a:lnTo>
                  <a:lnTo>
                    <a:pt x="351155" y="77470"/>
                  </a:lnTo>
                  <a:lnTo>
                    <a:pt x="360045" y="78740"/>
                  </a:lnTo>
                  <a:lnTo>
                    <a:pt x="360045" y="85725"/>
                  </a:lnTo>
                  <a:lnTo>
                    <a:pt x="331470" y="85725"/>
                  </a:lnTo>
                  <a:lnTo>
                    <a:pt x="331470" y="78740"/>
                  </a:lnTo>
                  <a:lnTo>
                    <a:pt x="340360" y="77470"/>
                  </a:lnTo>
                  <a:lnTo>
                    <a:pt x="340360" y="8890"/>
                  </a:lnTo>
                  <a:lnTo>
                    <a:pt x="331470" y="6985"/>
                  </a:lnTo>
                  <a:close/>
                  <a:moveTo>
                    <a:pt x="292735" y="78105"/>
                  </a:moveTo>
                  <a:cubicBezTo>
                    <a:pt x="296545" y="78105"/>
                    <a:pt x="299720" y="77470"/>
                    <a:pt x="302895" y="75565"/>
                  </a:cubicBezTo>
                  <a:cubicBezTo>
                    <a:pt x="306070" y="73660"/>
                    <a:pt x="307975" y="71755"/>
                    <a:pt x="309245" y="69215"/>
                  </a:cubicBezTo>
                  <a:lnTo>
                    <a:pt x="309245" y="59690"/>
                  </a:lnTo>
                  <a:lnTo>
                    <a:pt x="297815" y="59690"/>
                  </a:lnTo>
                  <a:cubicBezTo>
                    <a:pt x="293370" y="59690"/>
                    <a:pt x="289560" y="60960"/>
                    <a:pt x="287020" y="62865"/>
                  </a:cubicBezTo>
                  <a:cubicBezTo>
                    <a:pt x="284480" y="64770"/>
                    <a:pt x="283210" y="67310"/>
                    <a:pt x="283210" y="70485"/>
                  </a:cubicBezTo>
                  <a:cubicBezTo>
                    <a:pt x="283210" y="73025"/>
                    <a:pt x="283845" y="74930"/>
                    <a:pt x="285750" y="76200"/>
                  </a:cubicBezTo>
                  <a:cubicBezTo>
                    <a:pt x="287020" y="77470"/>
                    <a:pt x="288925" y="78105"/>
                    <a:pt x="292735" y="78105"/>
                  </a:cubicBezTo>
                  <a:close/>
                  <a:moveTo>
                    <a:pt x="309880" y="85725"/>
                  </a:moveTo>
                  <a:cubicBezTo>
                    <a:pt x="309245" y="83820"/>
                    <a:pt x="309245" y="82550"/>
                    <a:pt x="309245" y="81280"/>
                  </a:cubicBezTo>
                  <a:cubicBezTo>
                    <a:pt x="309245" y="80010"/>
                    <a:pt x="309245" y="78740"/>
                    <a:pt x="308610" y="77470"/>
                  </a:cubicBezTo>
                  <a:cubicBezTo>
                    <a:pt x="306705" y="80010"/>
                    <a:pt x="304165" y="82550"/>
                    <a:pt x="300990" y="84455"/>
                  </a:cubicBezTo>
                  <a:cubicBezTo>
                    <a:pt x="297815" y="86360"/>
                    <a:pt x="294640" y="86995"/>
                    <a:pt x="290830" y="86995"/>
                  </a:cubicBezTo>
                  <a:cubicBezTo>
                    <a:pt x="284480" y="86995"/>
                    <a:pt x="280035" y="85725"/>
                    <a:pt x="276860" y="82550"/>
                  </a:cubicBezTo>
                  <a:cubicBezTo>
                    <a:pt x="273685" y="79375"/>
                    <a:pt x="271780" y="75565"/>
                    <a:pt x="271780" y="69850"/>
                  </a:cubicBezTo>
                  <a:cubicBezTo>
                    <a:pt x="271780" y="64135"/>
                    <a:pt x="274320" y="59690"/>
                    <a:pt x="278765" y="56515"/>
                  </a:cubicBezTo>
                  <a:cubicBezTo>
                    <a:pt x="283210" y="53340"/>
                    <a:pt x="289560" y="52070"/>
                    <a:pt x="297815" y="52070"/>
                  </a:cubicBezTo>
                  <a:lnTo>
                    <a:pt x="309245" y="52070"/>
                  </a:lnTo>
                  <a:lnTo>
                    <a:pt x="309245" y="45085"/>
                  </a:lnTo>
                  <a:cubicBezTo>
                    <a:pt x="309245" y="41910"/>
                    <a:pt x="307975" y="38735"/>
                    <a:pt x="306070" y="36830"/>
                  </a:cubicBezTo>
                  <a:cubicBezTo>
                    <a:pt x="304165" y="34925"/>
                    <a:pt x="300990" y="33655"/>
                    <a:pt x="297180" y="33655"/>
                  </a:cubicBezTo>
                  <a:cubicBezTo>
                    <a:pt x="294640" y="33655"/>
                    <a:pt x="292100" y="34290"/>
                    <a:pt x="290195" y="34925"/>
                  </a:cubicBezTo>
                  <a:cubicBezTo>
                    <a:pt x="288290" y="35560"/>
                    <a:pt x="286385" y="36830"/>
                    <a:pt x="285115" y="38100"/>
                  </a:cubicBezTo>
                  <a:lnTo>
                    <a:pt x="283845" y="44450"/>
                  </a:lnTo>
                  <a:lnTo>
                    <a:pt x="275590" y="44450"/>
                  </a:lnTo>
                  <a:lnTo>
                    <a:pt x="275590" y="33020"/>
                  </a:lnTo>
                  <a:cubicBezTo>
                    <a:pt x="278130" y="31115"/>
                    <a:pt x="281305" y="29210"/>
                    <a:pt x="285750" y="27940"/>
                  </a:cubicBezTo>
                  <a:cubicBezTo>
                    <a:pt x="289560" y="26670"/>
                    <a:pt x="294005" y="26035"/>
                    <a:pt x="298450" y="26035"/>
                  </a:cubicBezTo>
                  <a:cubicBezTo>
                    <a:pt x="305435" y="26035"/>
                    <a:pt x="310515" y="27940"/>
                    <a:pt x="314960" y="31115"/>
                  </a:cubicBezTo>
                  <a:cubicBezTo>
                    <a:pt x="319405" y="34290"/>
                    <a:pt x="321310" y="39370"/>
                    <a:pt x="321310" y="45720"/>
                  </a:cubicBezTo>
                  <a:lnTo>
                    <a:pt x="321310" y="74295"/>
                  </a:lnTo>
                  <a:cubicBezTo>
                    <a:pt x="321310" y="74930"/>
                    <a:pt x="321310" y="75565"/>
                    <a:pt x="321310" y="76835"/>
                  </a:cubicBezTo>
                  <a:cubicBezTo>
                    <a:pt x="321310" y="77470"/>
                    <a:pt x="321310" y="78105"/>
                    <a:pt x="321310" y="78740"/>
                  </a:cubicBezTo>
                  <a:lnTo>
                    <a:pt x="325755" y="79375"/>
                  </a:lnTo>
                  <a:lnTo>
                    <a:pt x="325755" y="86360"/>
                  </a:lnTo>
                  <a:lnTo>
                    <a:pt x="309880" y="86360"/>
                  </a:lnTo>
                  <a:close/>
                  <a:moveTo>
                    <a:pt x="217805" y="58420"/>
                  </a:moveTo>
                  <a:cubicBezTo>
                    <a:pt x="217805" y="64135"/>
                    <a:pt x="219075" y="69215"/>
                    <a:pt x="221615" y="73025"/>
                  </a:cubicBezTo>
                  <a:cubicBezTo>
                    <a:pt x="224155" y="76835"/>
                    <a:pt x="227965" y="78740"/>
                    <a:pt x="233045" y="78740"/>
                  </a:cubicBezTo>
                  <a:cubicBezTo>
                    <a:pt x="236220" y="78740"/>
                    <a:pt x="238760" y="78105"/>
                    <a:pt x="241300" y="76200"/>
                  </a:cubicBezTo>
                  <a:cubicBezTo>
                    <a:pt x="243205" y="74930"/>
                    <a:pt x="245110" y="72390"/>
                    <a:pt x="247015" y="69850"/>
                  </a:cubicBezTo>
                  <a:lnTo>
                    <a:pt x="247015" y="42545"/>
                  </a:lnTo>
                  <a:cubicBezTo>
                    <a:pt x="245745" y="40005"/>
                    <a:pt x="243840" y="38100"/>
                    <a:pt x="241300" y="36830"/>
                  </a:cubicBezTo>
                  <a:cubicBezTo>
                    <a:pt x="238760" y="35560"/>
                    <a:pt x="236220" y="34290"/>
                    <a:pt x="233045" y="34290"/>
                  </a:cubicBezTo>
                  <a:cubicBezTo>
                    <a:pt x="227965" y="34290"/>
                    <a:pt x="224155" y="36195"/>
                    <a:pt x="221615" y="40640"/>
                  </a:cubicBezTo>
                  <a:cubicBezTo>
                    <a:pt x="219075" y="45085"/>
                    <a:pt x="217805" y="50800"/>
                    <a:pt x="217805" y="57150"/>
                  </a:cubicBezTo>
                  <a:lnTo>
                    <a:pt x="217805" y="58420"/>
                  </a:lnTo>
                  <a:close/>
                  <a:moveTo>
                    <a:pt x="207010" y="57150"/>
                  </a:moveTo>
                  <a:cubicBezTo>
                    <a:pt x="207010" y="47625"/>
                    <a:pt x="208915" y="40005"/>
                    <a:pt x="213360" y="33655"/>
                  </a:cubicBezTo>
                  <a:cubicBezTo>
                    <a:pt x="217805" y="27940"/>
                    <a:pt x="223520" y="24765"/>
                    <a:pt x="230505" y="24765"/>
                  </a:cubicBezTo>
                  <a:cubicBezTo>
                    <a:pt x="234315" y="24765"/>
                    <a:pt x="237490" y="25400"/>
                    <a:pt x="240665" y="26670"/>
                  </a:cubicBezTo>
                  <a:cubicBezTo>
                    <a:pt x="243205" y="27940"/>
                    <a:pt x="245745" y="30480"/>
                    <a:pt x="247650" y="33020"/>
                  </a:cubicBezTo>
                  <a:lnTo>
                    <a:pt x="248920" y="25400"/>
                  </a:lnTo>
                  <a:lnTo>
                    <a:pt x="257810" y="25400"/>
                  </a:lnTo>
                  <a:lnTo>
                    <a:pt x="257810" y="84455"/>
                  </a:lnTo>
                  <a:cubicBezTo>
                    <a:pt x="257810" y="92075"/>
                    <a:pt x="255905" y="98425"/>
                    <a:pt x="251460" y="102870"/>
                  </a:cubicBezTo>
                  <a:cubicBezTo>
                    <a:pt x="247015" y="107315"/>
                    <a:pt x="241300" y="109220"/>
                    <a:pt x="233045" y="109220"/>
                  </a:cubicBezTo>
                  <a:cubicBezTo>
                    <a:pt x="229870" y="109220"/>
                    <a:pt x="227330" y="108585"/>
                    <a:pt x="223520" y="107950"/>
                  </a:cubicBezTo>
                  <a:cubicBezTo>
                    <a:pt x="220345" y="107315"/>
                    <a:pt x="217170" y="106045"/>
                    <a:pt x="214630" y="104775"/>
                  </a:cubicBezTo>
                  <a:lnTo>
                    <a:pt x="217170" y="96520"/>
                  </a:lnTo>
                  <a:cubicBezTo>
                    <a:pt x="219075" y="97790"/>
                    <a:pt x="221615" y="98425"/>
                    <a:pt x="224155" y="99060"/>
                  </a:cubicBezTo>
                  <a:cubicBezTo>
                    <a:pt x="226695" y="99695"/>
                    <a:pt x="229870" y="100330"/>
                    <a:pt x="232410" y="100330"/>
                  </a:cubicBezTo>
                  <a:cubicBezTo>
                    <a:pt x="237490" y="100330"/>
                    <a:pt x="240665" y="99060"/>
                    <a:pt x="243205" y="96520"/>
                  </a:cubicBezTo>
                  <a:cubicBezTo>
                    <a:pt x="245745" y="93980"/>
                    <a:pt x="246380" y="90170"/>
                    <a:pt x="246380" y="85090"/>
                  </a:cubicBezTo>
                  <a:lnTo>
                    <a:pt x="246380" y="79375"/>
                  </a:lnTo>
                  <a:cubicBezTo>
                    <a:pt x="244475" y="81915"/>
                    <a:pt x="241935" y="83820"/>
                    <a:pt x="239395" y="85090"/>
                  </a:cubicBezTo>
                  <a:cubicBezTo>
                    <a:pt x="236855" y="86360"/>
                    <a:pt x="233680" y="86995"/>
                    <a:pt x="229870" y="86995"/>
                  </a:cubicBezTo>
                  <a:cubicBezTo>
                    <a:pt x="222250" y="86995"/>
                    <a:pt x="216535" y="84455"/>
                    <a:pt x="212725" y="79375"/>
                  </a:cubicBezTo>
                  <a:cubicBezTo>
                    <a:pt x="208280" y="74295"/>
                    <a:pt x="206375" y="67310"/>
                    <a:pt x="206375" y="58420"/>
                  </a:cubicBezTo>
                  <a:lnTo>
                    <a:pt x="206375" y="57150"/>
                  </a:lnTo>
                  <a:close/>
                  <a:moveTo>
                    <a:pt x="133350" y="79375"/>
                  </a:moveTo>
                  <a:lnTo>
                    <a:pt x="142240" y="78105"/>
                  </a:lnTo>
                  <a:lnTo>
                    <a:pt x="142240" y="35560"/>
                  </a:lnTo>
                  <a:lnTo>
                    <a:pt x="133350" y="34290"/>
                  </a:lnTo>
                  <a:lnTo>
                    <a:pt x="133350" y="27305"/>
                  </a:lnTo>
                  <a:lnTo>
                    <a:pt x="151765" y="27305"/>
                  </a:lnTo>
                  <a:lnTo>
                    <a:pt x="152400" y="36195"/>
                  </a:lnTo>
                  <a:cubicBezTo>
                    <a:pt x="154305" y="33020"/>
                    <a:pt x="156845" y="30480"/>
                    <a:pt x="160020" y="28575"/>
                  </a:cubicBezTo>
                  <a:cubicBezTo>
                    <a:pt x="163195" y="26670"/>
                    <a:pt x="166370" y="26035"/>
                    <a:pt x="170180" y="26035"/>
                  </a:cubicBezTo>
                  <a:cubicBezTo>
                    <a:pt x="176530" y="26035"/>
                    <a:pt x="181610" y="27940"/>
                    <a:pt x="184785" y="31750"/>
                  </a:cubicBezTo>
                  <a:cubicBezTo>
                    <a:pt x="188595" y="35560"/>
                    <a:pt x="189865" y="41275"/>
                    <a:pt x="189865" y="48895"/>
                  </a:cubicBezTo>
                  <a:lnTo>
                    <a:pt x="189865" y="78105"/>
                  </a:lnTo>
                  <a:lnTo>
                    <a:pt x="198755" y="79375"/>
                  </a:lnTo>
                  <a:lnTo>
                    <a:pt x="198755" y="86360"/>
                  </a:lnTo>
                  <a:lnTo>
                    <a:pt x="170180" y="86360"/>
                  </a:lnTo>
                  <a:lnTo>
                    <a:pt x="170180" y="79375"/>
                  </a:lnTo>
                  <a:lnTo>
                    <a:pt x="179070" y="78105"/>
                  </a:lnTo>
                  <a:lnTo>
                    <a:pt x="179070" y="48895"/>
                  </a:lnTo>
                  <a:cubicBezTo>
                    <a:pt x="179070" y="43815"/>
                    <a:pt x="177800" y="40005"/>
                    <a:pt x="175895" y="37465"/>
                  </a:cubicBezTo>
                  <a:cubicBezTo>
                    <a:pt x="173990" y="35560"/>
                    <a:pt x="170815" y="34290"/>
                    <a:pt x="166370" y="34290"/>
                  </a:cubicBezTo>
                  <a:cubicBezTo>
                    <a:pt x="163195" y="34290"/>
                    <a:pt x="160655" y="34925"/>
                    <a:pt x="158115" y="36830"/>
                  </a:cubicBezTo>
                  <a:cubicBezTo>
                    <a:pt x="155575" y="38100"/>
                    <a:pt x="153670" y="40640"/>
                    <a:pt x="152400" y="43180"/>
                  </a:cubicBezTo>
                  <a:lnTo>
                    <a:pt x="152400" y="78105"/>
                  </a:lnTo>
                  <a:lnTo>
                    <a:pt x="161290" y="79375"/>
                  </a:lnTo>
                  <a:lnTo>
                    <a:pt x="161290" y="86360"/>
                  </a:lnTo>
                  <a:lnTo>
                    <a:pt x="132715" y="86360"/>
                  </a:lnTo>
                  <a:lnTo>
                    <a:pt x="132715" y="79375"/>
                  </a:lnTo>
                  <a:close/>
                  <a:moveTo>
                    <a:pt x="100330" y="33655"/>
                  </a:moveTo>
                  <a:cubicBezTo>
                    <a:pt x="96520" y="33655"/>
                    <a:pt x="93345" y="34925"/>
                    <a:pt x="90805" y="38100"/>
                  </a:cubicBezTo>
                  <a:cubicBezTo>
                    <a:pt x="88265" y="41275"/>
                    <a:pt x="86360" y="45085"/>
                    <a:pt x="86360" y="49530"/>
                  </a:cubicBezTo>
                  <a:lnTo>
                    <a:pt x="86360" y="49530"/>
                  </a:lnTo>
                  <a:lnTo>
                    <a:pt x="113665" y="49530"/>
                  </a:lnTo>
                  <a:lnTo>
                    <a:pt x="113665" y="48260"/>
                  </a:lnTo>
                  <a:cubicBezTo>
                    <a:pt x="113665" y="43815"/>
                    <a:pt x="112395" y="40640"/>
                    <a:pt x="110490" y="37465"/>
                  </a:cubicBezTo>
                  <a:cubicBezTo>
                    <a:pt x="107950" y="35560"/>
                    <a:pt x="104775" y="33655"/>
                    <a:pt x="100330" y="33655"/>
                  </a:cubicBezTo>
                  <a:close/>
                  <a:moveTo>
                    <a:pt x="101600" y="86995"/>
                  </a:moveTo>
                  <a:cubicBezTo>
                    <a:pt x="93345" y="86995"/>
                    <a:pt x="86995" y="84455"/>
                    <a:pt x="81915" y="78740"/>
                  </a:cubicBezTo>
                  <a:cubicBezTo>
                    <a:pt x="76835" y="73025"/>
                    <a:pt x="74295" y="66040"/>
                    <a:pt x="74295" y="57150"/>
                  </a:cubicBezTo>
                  <a:lnTo>
                    <a:pt x="74295" y="54610"/>
                  </a:lnTo>
                  <a:cubicBezTo>
                    <a:pt x="74295" y="46355"/>
                    <a:pt x="76835" y="39370"/>
                    <a:pt x="81915" y="33655"/>
                  </a:cubicBezTo>
                  <a:cubicBezTo>
                    <a:pt x="86995" y="27940"/>
                    <a:pt x="92710" y="25400"/>
                    <a:pt x="99695" y="25400"/>
                  </a:cubicBezTo>
                  <a:cubicBezTo>
                    <a:pt x="107950" y="25400"/>
                    <a:pt x="113665" y="27940"/>
                    <a:pt x="118110" y="32385"/>
                  </a:cubicBezTo>
                  <a:cubicBezTo>
                    <a:pt x="122555" y="37465"/>
                    <a:pt x="124460" y="43815"/>
                    <a:pt x="124460" y="52070"/>
                  </a:cubicBezTo>
                  <a:lnTo>
                    <a:pt x="124460" y="59055"/>
                  </a:lnTo>
                  <a:lnTo>
                    <a:pt x="85725" y="59055"/>
                  </a:lnTo>
                  <a:lnTo>
                    <a:pt x="85725" y="59055"/>
                  </a:lnTo>
                  <a:cubicBezTo>
                    <a:pt x="85725" y="64770"/>
                    <a:pt x="86995" y="69215"/>
                    <a:pt x="90170" y="73025"/>
                  </a:cubicBezTo>
                  <a:cubicBezTo>
                    <a:pt x="92710" y="76835"/>
                    <a:pt x="97155" y="78740"/>
                    <a:pt x="101600" y="78740"/>
                  </a:cubicBezTo>
                  <a:cubicBezTo>
                    <a:pt x="105410" y="78740"/>
                    <a:pt x="108585" y="78105"/>
                    <a:pt x="111125" y="77470"/>
                  </a:cubicBezTo>
                  <a:cubicBezTo>
                    <a:pt x="113665" y="76200"/>
                    <a:pt x="116205" y="74930"/>
                    <a:pt x="118110" y="73025"/>
                  </a:cubicBezTo>
                  <a:lnTo>
                    <a:pt x="122555" y="80010"/>
                  </a:lnTo>
                  <a:cubicBezTo>
                    <a:pt x="120650" y="81915"/>
                    <a:pt x="117475" y="83820"/>
                    <a:pt x="114300" y="85090"/>
                  </a:cubicBezTo>
                  <a:cubicBezTo>
                    <a:pt x="111125" y="86360"/>
                    <a:pt x="106680" y="86995"/>
                    <a:pt x="101600" y="86995"/>
                  </a:cubicBezTo>
                  <a:close/>
                  <a:moveTo>
                    <a:pt x="836930" y="78105"/>
                  </a:moveTo>
                  <a:cubicBezTo>
                    <a:pt x="840740" y="78105"/>
                    <a:pt x="843915" y="77470"/>
                    <a:pt x="847090" y="75565"/>
                  </a:cubicBezTo>
                  <a:cubicBezTo>
                    <a:pt x="850265" y="73660"/>
                    <a:pt x="852170" y="71755"/>
                    <a:pt x="853440" y="69215"/>
                  </a:cubicBezTo>
                  <a:lnTo>
                    <a:pt x="853440" y="59690"/>
                  </a:lnTo>
                  <a:lnTo>
                    <a:pt x="842010" y="59690"/>
                  </a:lnTo>
                  <a:cubicBezTo>
                    <a:pt x="837565" y="59690"/>
                    <a:pt x="833755" y="60960"/>
                    <a:pt x="831215" y="62865"/>
                  </a:cubicBezTo>
                  <a:cubicBezTo>
                    <a:pt x="828675" y="64770"/>
                    <a:pt x="827405" y="67310"/>
                    <a:pt x="827405" y="70485"/>
                  </a:cubicBezTo>
                  <a:cubicBezTo>
                    <a:pt x="827405" y="73025"/>
                    <a:pt x="828040" y="74930"/>
                    <a:pt x="829945" y="76200"/>
                  </a:cubicBezTo>
                  <a:cubicBezTo>
                    <a:pt x="831215" y="77470"/>
                    <a:pt x="833755" y="78105"/>
                    <a:pt x="836930" y="78105"/>
                  </a:cubicBezTo>
                  <a:close/>
                  <a:moveTo>
                    <a:pt x="854710" y="85725"/>
                  </a:moveTo>
                  <a:cubicBezTo>
                    <a:pt x="854075" y="83820"/>
                    <a:pt x="854075" y="82550"/>
                    <a:pt x="854075" y="81280"/>
                  </a:cubicBezTo>
                  <a:cubicBezTo>
                    <a:pt x="854075" y="80010"/>
                    <a:pt x="854075" y="78740"/>
                    <a:pt x="853440" y="77470"/>
                  </a:cubicBezTo>
                  <a:cubicBezTo>
                    <a:pt x="851535" y="80010"/>
                    <a:pt x="848995" y="82550"/>
                    <a:pt x="845820" y="84455"/>
                  </a:cubicBezTo>
                  <a:cubicBezTo>
                    <a:pt x="842645" y="86360"/>
                    <a:pt x="839470" y="86995"/>
                    <a:pt x="835660" y="86995"/>
                  </a:cubicBezTo>
                  <a:cubicBezTo>
                    <a:pt x="829310" y="86995"/>
                    <a:pt x="824865" y="85725"/>
                    <a:pt x="821690" y="82550"/>
                  </a:cubicBezTo>
                  <a:cubicBezTo>
                    <a:pt x="818515" y="79375"/>
                    <a:pt x="816610" y="75565"/>
                    <a:pt x="816610" y="69850"/>
                  </a:cubicBezTo>
                  <a:cubicBezTo>
                    <a:pt x="816610" y="64135"/>
                    <a:pt x="819150" y="59690"/>
                    <a:pt x="823595" y="56515"/>
                  </a:cubicBezTo>
                  <a:cubicBezTo>
                    <a:pt x="828040" y="53340"/>
                    <a:pt x="834390" y="52070"/>
                    <a:pt x="842645" y="52070"/>
                  </a:cubicBezTo>
                  <a:lnTo>
                    <a:pt x="854075" y="52070"/>
                  </a:lnTo>
                  <a:lnTo>
                    <a:pt x="854075" y="45085"/>
                  </a:lnTo>
                  <a:cubicBezTo>
                    <a:pt x="854075" y="41910"/>
                    <a:pt x="852805" y="38735"/>
                    <a:pt x="850900" y="36830"/>
                  </a:cubicBezTo>
                  <a:cubicBezTo>
                    <a:pt x="848995" y="34925"/>
                    <a:pt x="845820" y="33655"/>
                    <a:pt x="842010" y="33655"/>
                  </a:cubicBezTo>
                  <a:cubicBezTo>
                    <a:pt x="839470" y="33655"/>
                    <a:pt x="836930" y="34290"/>
                    <a:pt x="835025" y="34925"/>
                  </a:cubicBezTo>
                  <a:cubicBezTo>
                    <a:pt x="833120" y="35560"/>
                    <a:pt x="831215" y="36830"/>
                    <a:pt x="829945" y="38100"/>
                  </a:cubicBezTo>
                  <a:lnTo>
                    <a:pt x="828675" y="44450"/>
                  </a:lnTo>
                  <a:lnTo>
                    <a:pt x="820420" y="44450"/>
                  </a:lnTo>
                  <a:lnTo>
                    <a:pt x="820420" y="33020"/>
                  </a:lnTo>
                  <a:cubicBezTo>
                    <a:pt x="822960" y="31115"/>
                    <a:pt x="826135" y="29210"/>
                    <a:pt x="830580" y="27940"/>
                  </a:cubicBezTo>
                  <a:cubicBezTo>
                    <a:pt x="834390" y="26670"/>
                    <a:pt x="838835" y="26035"/>
                    <a:pt x="843280" y="26035"/>
                  </a:cubicBezTo>
                  <a:cubicBezTo>
                    <a:pt x="850265" y="26035"/>
                    <a:pt x="855345" y="27940"/>
                    <a:pt x="859790" y="31115"/>
                  </a:cubicBezTo>
                  <a:cubicBezTo>
                    <a:pt x="864235" y="34290"/>
                    <a:pt x="866140" y="39370"/>
                    <a:pt x="866140" y="45720"/>
                  </a:cubicBezTo>
                  <a:lnTo>
                    <a:pt x="866140" y="74295"/>
                  </a:lnTo>
                  <a:cubicBezTo>
                    <a:pt x="866140" y="74930"/>
                    <a:pt x="866140" y="75565"/>
                    <a:pt x="866140" y="76835"/>
                  </a:cubicBezTo>
                  <a:cubicBezTo>
                    <a:pt x="866140" y="77470"/>
                    <a:pt x="866140" y="78105"/>
                    <a:pt x="866140" y="78740"/>
                  </a:cubicBezTo>
                  <a:lnTo>
                    <a:pt x="870585" y="79375"/>
                  </a:lnTo>
                  <a:lnTo>
                    <a:pt x="870585" y="86360"/>
                  </a:lnTo>
                  <a:lnTo>
                    <a:pt x="854710" y="86360"/>
                  </a:lnTo>
                  <a:close/>
                  <a:moveTo>
                    <a:pt x="798195" y="11430"/>
                  </a:moveTo>
                  <a:lnTo>
                    <a:pt x="787400" y="11430"/>
                  </a:lnTo>
                  <a:lnTo>
                    <a:pt x="787400" y="635"/>
                  </a:lnTo>
                  <a:lnTo>
                    <a:pt x="798195" y="635"/>
                  </a:lnTo>
                  <a:lnTo>
                    <a:pt x="798195" y="11430"/>
                  </a:lnTo>
                  <a:close/>
                  <a:moveTo>
                    <a:pt x="778510" y="79375"/>
                  </a:moveTo>
                  <a:lnTo>
                    <a:pt x="787400" y="78105"/>
                  </a:lnTo>
                  <a:lnTo>
                    <a:pt x="787400" y="35560"/>
                  </a:lnTo>
                  <a:lnTo>
                    <a:pt x="778510" y="34290"/>
                  </a:lnTo>
                  <a:lnTo>
                    <a:pt x="778510" y="27305"/>
                  </a:lnTo>
                  <a:lnTo>
                    <a:pt x="798195" y="27305"/>
                  </a:lnTo>
                  <a:lnTo>
                    <a:pt x="798195" y="78105"/>
                  </a:lnTo>
                  <a:lnTo>
                    <a:pt x="807085" y="79375"/>
                  </a:lnTo>
                  <a:lnTo>
                    <a:pt x="807085" y="86360"/>
                  </a:lnTo>
                  <a:lnTo>
                    <a:pt x="778510" y="86360"/>
                  </a:lnTo>
                  <a:lnTo>
                    <a:pt x="778510" y="79375"/>
                  </a:lnTo>
                  <a:close/>
                  <a:moveTo>
                    <a:pt x="721995" y="58420"/>
                  </a:moveTo>
                  <a:cubicBezTo>
                    <a:pt x="721995" y="64135"/>
                    <a:pt x="723265" y="69215"/>
                    <a:pt x="725805" y="73025"/>
                  </a:cubicBezTo>
                  <a:cubicBezTo>
                    <a:pt x="728345" y="76835"/>
                    <a:pt x="732155" y="78740"/>
                    <a:pt x="737235" y="78740"/>
                  </a:cubicBezTo>
                  <a:cubicBezTo>
                    <a:pt x="740410" y="78740"/>
                    <a:pt x="742950" y="78105"/>
                    <a:pt x="745490" y="76835"/>
                  </a:cubicBezTo>
                  <a:cubicBezTo>
                    <a:pt x="747395" y="75565"/>
                    <a:pt x="749300" y="73025"/>
                    <a:pt x="751205" y="70485"/>
                  </a:cubicBezTo>
                  <a:lnTo>
                    <a:pt x="751205" y="42545"/>
                  </a:lnTo>
                  <a:cubicBezTo>
                    <a:pt x="749935" y="40005"/>
                    <a:pt x="748030" y="38100"/>
                    <a:pt x="745490" y="36830"/>
                  </a:cubicBezTo>
                  <a:cubicBezTo>
                    <a:pt x="742950" y="35560"/>
                    <a:pt x="740410" y="34925"/>
                    <a:pt x="737235" y="34925"/>
                  </a:cubicBezTo>
                  <a:cubicBezTo>
                    <a:pt x="732155" y="34925"/>
                    <a:pt x="728345" y="36830"/>
                    <a:pt x="725805" y="41275"/>
                  </a:cubicBezTo>
                  <a:cubicBezTo>
                    <a:pt x="723265" y="45720"/>
                    <a:pt x="721995" y="51435"/>
                    <a:pt x="721995" y="57785"/>
                  </a:cubicBezTo>
                  <a:lnTo>
                    <a:pt x="721995" y="58420"/>
                  </a:lnTo>
                  <a:close/>
                  <a:moveTo>
                    <a:pt x="751205" y="78740"/>
                  </a:moveTo>
                  <a:cubicBezTo>
                    <a:pt x="749300" y="81280"/>
                    <a:pt x="746760" y="83820"/>
                    <a:pt x="744220" y="85090"/>
                  </a:cubicBezTo>
                  <a:cubicBezTo>
                    <a:pt x="741680" y="86360"/>
                    <a:pt x="737870" y="86995"/>
                    <a:pt x="734695" y="86995"/>
                  </a:cubicBezTo>
                  <a:cubicBezTo>
                    <a:pt x="727710" y="86995"/>
                    <a:pt x="721995" y="84455"/>
                    <a:pt x="717550" y="79375"/>
                  </a:cubicBezTo>
                  <a:cubicBezTo>
                    <a:pt x="713740" y="74295"/>
                    <a:pt x="711200" y="67310"/>
                    <a:pt x="711200" y="58420"/>
                  </a:cubicBezTo>
                  <a:lnTo>
                    <a:pt x="711200" y="57150"/>
                  </a:lnTo>
                  <a:cubicBezTo>
                    <a:pt x="711200" y="47625"/>
                    <a:pt x="713105" y="40005"/>
                    <a:pt x="717550" y="33655"/>
                  </a:cubicBezTo>
                  <a:cubicBezTo>
                    <a:pt x="721360" y="27940"/>
                    <a:pt x="727075" y="24765"/>
                    <a:pt x="734695" y="24765"/>
                  </a:cubicBezTo>
                  <a:cubicBezTo>
                    <a:pt x="738505" y="24765"/>
                    <a:pt x="741045" y="25400"/>
                    <a:pt x="744220" y="26670"/>
                  </a:cubicBezTo>
                  <a:cubicBezTo>
                    <a:pt x="746760" y="27940"/>
                    <a:pt x="749300" y="29845"/>
                    <a:pt x="751205" y="32385"/>
                  </a:cubicBezTo>
                  <a:lnTo>
                    <a:pt x="751205" y="8255"/>
                  </a:lnTo>
                  <a:lnTo>
                    <a:pt x="742315" y="6985"/>
                  </a:lnTo>
                  <a:lnTo>
                    <a:pt x="742315" y="0"/>
                  </a:lnTo>
                  <a:lnTo>
                    <a:pt x="751205" y="0"/>
                  </a:lnTo>
                  <a:lnTo>
                    <a:pt x="762000" y="0"/>
                  </a:lnTo>
                  <a:lnTo>
                    <a:pt x="762000" y="77470"/>
                  </a:lnTo>
                  <a:lnTo>
                    <a:pt x="770890" y="78740"/>
                  </a:lnTo>
                  <a:lnTo>
                    <a:pt x="770890" y="85725"/>
                  </a:lnTo>
                  <a:lnTo>
                    <a:pt x="752475" y="85725"/>
                  </a:lnTo>
                  <a:lnTo>
                    <a:pt x="751205" y="78740"/>
                  </a:lnTo>
                  <a:close/>
                  <a:moveTo>
                    <a:pt x="637540" y="79375"/>
                  </a:moveTo>
                  <a:lnTo>
                    <a:pt x="646430" y="78105"/>
                  </a:lnTo>
                  <a:lnTo>
                    <a:pt x="646430" y="35560"/>
                  </a:lnTo>
                  <a:lnTo>
                    <a:pt x="637540" y="34290"/>
                  </a:lnTo>
                  <a:lnTo>
                    <a:pt x="637540" y="27305"/>
                  </a:lnTo>
                  <a:lnTo>
                    <a:pt x="655955" y="27305"/>
                  </a:lnTo>
                  <a:lnTo>
                    <a:pt x="656590" y="36195"/>
                  </a:lnTo>
                  <a:cubicBezTo>
                    <a:pt x="658495" y="33020"/>
                    <a:pt x="661035" y="30480"/>
                    <a:pt x="664210" y="28575"/>
                  </a:cubicBezTo>
                  <a:cubicBezTo>
                    <a:pt x="667385" y="26670"/>
                    <a:pt x="670560" y="26035"/>
                    <a:pt x="674370" y="26035"/>
                  </a:cubicBezTo>
                  <a:cubicBezTo>
                    <a:pt x="680720" y="26035"/>
                    <a:pt x="685800" y="27940"/>
                    <a:pt x="688975" y="31750"/>
                  </a:cubicBezTo>
                  <a:cubicBezTo>
                    <a:pt x="692785" y="35560"/>
                    <a:pt x="694055" y="41275"/>
                    <a:pt x="694055" y="48895"/>
                  </a:cubicBezTo>
                  <a:lnTo>
                    <a:pt x="694055" y="78105"/>
                  </a:lnTo>
                  <a:lnTo>
                    <a:pt x="702945" y="79375"/>
                  </a:lnTo>
                  <a:lnTo>
                    <a:pt x="702945" y="86360"/>
                  </a:lnTo>
                  <a:lnTo>
                    <a:pt x="674370" y="86360"/>
                  </a:lnTo>
                  <a:lnTo>
                    <a:pt x="674370" y="79375"/>
                  </a:lnTo>
                  <a:lnTo>
                    <a:pt x="683260" y="78105"/>
                  </a:lnTo>
                  <a:lnTo>
                    <a:pt x="683260" y="48895"/>
                  </a:lnTo>
                  <a:cubicBezTo>
                    <a:pt x="683260" y="43815"/>
                    <a:pt x="681990" y="40005"/>
                    <a:pt x="680085" y="37465"/>
                  </a:cubicBezTo>
                  <a:cubicBezTo>
                    <a:pt x="678180" y="35560"/>
                    <a:pt x="675005" y="34290"/>
                    <a:pt x="670560" y="34290"/>
                  </a:cubicBezTo>
                  <a:cubicBezTo>
                    <a:pt x="667385" y="34290"/>
                    <a:pt x="664845" y="34925"/>
                    <a:pt x="662305" y="36830"/>
                  </a:cubicBezTo>
                  <a:cubicBezTo>
                    <a:pt x="659765" y="38100"/>
                    <a:pt x="657860" y="40640"/>
                    <a:pt x="656590" y="43180"/>
                  </a:cubicBezTo>
                  <a:lnTo>
                    <a:pt x="656590" y="78105"/>
                  </a:lnTo>
                  <a:lnTo>
                    <a:pt x="665480" y="79375"/>
                  </a:lnTo>
                  <a:lnTo>
                    <a:pt x="665480" y="86360"/>
                  </a:lnTo>
                  <a:lnTo>
                    <a:pt x="636905" y="86360"/>
                  </a:lnTo>
                  <a:lnTo>
                    <a:pt x="636905" y="79375"/>
                  </a:lnTo>
                  <a:close/>
                  <a:moveTo>
                    <a:pt x="601345" y="12700"/>
                  </a:moveTo>
                  <a:lnTo>
                    <a:pt x="601345" y="5715"/>
                  </a:lnTo>
                  <a:lnTo>
                    <a:pt x="629920" y="5715"/>
                  </a:lnTo>
                  <a:lnTo>
                    <a:pt x="629920" y="12700"/>
                  </a:lnTo>
                  <a:lnTo>
                    <a:pt x="621030" y="13970"/>
                  </a:lnTo>
                  <a:lnTo>
                    <a:pt x="621030" y="76835"/>
                  </a:lnTo>
                  <a:lnTo>
                    <a:pt x="629920" y="78105"/>
                  </a:lnTo>
                  <a:lnTo>
                    <a:pt x="629920" y="85090"/>
                  </a:lnTo>
                  <a:lnTo>
                    <a:pt x="601345" y="85090"/>
                  </a:lnTo>
                  <a:lnTo>
                    <a:pt x="601345" y="78105"/>
                  </a:lnTo>
                  <a:lnTo>
                    <a:pt x="610235" y="76835"/>
                  </a:lnTo>
                  <a:lnTo>
                    <a:pt x="610235" y="13970"/>
                  </a:lnTo>
                  <a:lnTo>
                    <a:pt x="601345" y="12700"/>
                  </a:lnTo>
                  <a:close/>
                  <a:moveTo>
                    <a:pt x="564515" y="81915"/>
                  </a:moveTo>
                  <a:cubicBezTo>
                    <a:pt x="564515" y="85725"/>
                    <a:pt x="563880" y="89535"/>
                    <a:pt x="561975" y="93345"/>
                  </a:cubicBezTo>
                  <a:cubicBezTo>
                    <a:pt x="560070" y="97155"/>
                    <a:pt x="557530" y="100330"/>
                    <a:pt x="554990" y="102870"/>
                  </a:cubicBezTo>
                  <a:lnTo>
                    <a:pt x="548640" y="99060"/>
                  </a:lnTo>
                  <a:cubicBezTo>
                    <a:pt x="550545" y="96520"/>
                    <a:pt x="551815" y="93980"/>
                    <a:pt x="552450" y="90805"/>
                  </a:cubicBezTo>
                  <a:cubicBezTo>
                    <a:pt x="553085" y="88265"/>
                    <a:pt x="553720" y="85090"/>
                    <a:pt x="553720" y="81915"/>
                  </a:cubicBezTo>
                  <a:lnTo>
                    <a:pt x="553720" y="73660"/>
                  </a:lnTo>
                  <a:lnTo>
                    <a:pt x="564515" y="73660"/>
                  </a:lnTo>
                  <a:lnTo>
                    <a:pt x="564515" y="81915"/>
                  </a:lnTo>
                  <a:close/>
                  <a:moveTo>
                    <a:pt x="19685" y="40005"/>
                  </a:moveTo>
                  <a:lnTo>
                    <a:pt x="38100" y="40005"/>
                  </a:lnTo>
                  <a:cubicBezTo>
                    <a:pt x="41910" y="40005"/>
                    <a:pt x="45085" y="38735"/>
                    <a:pt x="47625" y="36830"/>
                  </a:cubicBezTo>
                  <a:cubicBezTo>
                    <a:pt x="50165" y="34925"/>
                    <a:pt x="51435" y="31750"/>
                    <a:pt x="51435" y="27940"/>
                  </a:cubicBezTo>
                  <a:cubicBezTo>
                    <a:pt x="51435" y="23495"/>
                    <a:pt x="50165" y="20320"/>
                    <a:pt x="47625" y="18415"/>
                  </a:cubicBezTo>
                  <a:cubicBezTo>
                    <a:pt x="45085" y="16510"/>
                    <a:pt x="41275" y="15240"/>
                    <a:pt x="35560" y="15240"/>
                  </a:cubicBezTo>
                  <a:lnTo>
                    <a:pt x="20320" y="15240"/>
                  </a:lnTo>
                  <a:lnTo>
                    <a:pt x="20320" y="40005"/>
                  </a:lnTo>
                  <a:close/>
                  <a:moveTo>
                    <a:pt x="19685" y="48260"/>
                  </a:moveTo>
                  <a:lnTo>
                    <a:pt x="19685" y="77470"/>
                  </a:lnTo>
                  <a:lnTo>
                    <a:pt x="38100" y="77470"/>
                  </a:lnTo>
                  <a:cubicBezTo>
                    <a:pt x="43180" y="77470"/>
                    <a:pt x="46990" y="76200"/>
                    <a:pt x="49530" y="73660"/>
                  </a:cubicBezTo>
                  <a:cubicBezTo>
                    <a:pt x="52070" y="71120"/>
                    <a:pt x="53340" y="67945"/>
                    <a:pt x="53340" y="63500"/>
                  </a:cubicBezTo>
                  <a:cubicBezTo>
                    <a:pt x="53340" y="59055"/>
                    <a:pt x="52070" y="55245"/>
                    <a:pt x="50165" y="52705"/>
                  </a:cubicBezTo>
                  <a:cubicBezTo>
                    <a:pt x="47625" y="50165"/>
                    <a:pt x="44450" y="48895"/>
                    <a:pt x="39370" y="48895"/>
                  </a:cubicBezTo>
                  <a:lnTo>
                    <a:pt x="19685" y="48895"/>
                  </a:lnTo>
                  <a:close/>
                  <a:moveTo>
                    <a:pt x="34925" y="5715"/>
                  </a:moveTo>
                  <a:cubicBezTo>
                    <a:pt x="43180" y="5715"/>
                    <a:pt x="49530" y="7620"/>
                    <a:pt x="54610" y="11430"/>
                  </a:cubicBezTo>
                  <a:cubicBezTo>
                    <a:pt x="59055" y="15240"/>
                    <a:pt x="61595" y="20320"/>
                    <a:pt x="61595" y="27940"/>
                  </a:cubicBezTo>
                  <a:cubicBezTo>
                    <a:pt x="61595" y="31750"/>
                    <a:pt x="60325" y="34925"/>
                    <a:pt x="58420" y="37465"/>
                  </a:cubicBezTo>
                  <a:cubicBezTo>
                    <a:pt x="55880" y="40005"/>
                    <a:pt x="53340" y="42545"/>
                    <a:pt x="49530" y="43815"/>
                  </a:cubicBezTo>
                  <a:cubicBezTo>
                    <a:pt x="54610" y="45085"/>
                    <a:pt x="58420" y="46990"/>
                    <a:pt x="60960" y="50800"/>
                  </a:cubicBezTo>
                  <a:cubicBezTo>
                    <a:pt x="63500" y="54610"/>
                    <a:pt x="65405" y="59055"/>
                    <a:pt x="65405" y="63500"/>
                  </a:cubicBezTo>
                  <a:cubicBezTo>
                    <a:pt x="65405" y="71120"/>
                    <a:pt x="62865" y="76200"/>
                    <a:pt x="58420" y="80010"/>
                  </a:cubicBezTo>
                  <a:cubicBezTo>
                    <a:pt x="53340" y="83820"/>
                    <a:pt x="46990" y="85725"/>
                    <a:pt x="38735" y="85725"/>
                  </a:cubicBezTo>
                  <a:lnTo>
                    <a:pt x="0" y="85725"/>
                  </a:lnTo>
                  <a:lnTo>
                    <a:pt x="0" y="78740"/>
                  </a:lnTo>
                  <a:lnTo>
                    <a:pt x="8890" y="77470"/>
                  </a:lnTo>
                  <a:lnTo>
                    <a:pt x="8890" y="14605"/>
                  </a:lnTo>
                  <a:lnTo>
                    <a:pt x="0" y="13335"/>
                  </a:lnTo>
                  <a:lnTo>
                    <a:pt x="0" y="6350"/>
                  </a:lnTo>
                  <a:lnTo>
                    <a:pt x="8890" y="6350"/>
                  </a:lnTo>
                  <a:lnTo>
                    <a:pt x="34925" y="635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668A649-5881-FFBB-5635-682F626881C1}"/>
                </a:ext>
              </a:extLst>
            </p:cNvPr>
            <p:cNvSpPr/>
            <p:nvPr/>
          </p:nvSpPr>
          <p:spPr>
            <a:xfrm>
              <a:off x="9177655" y="452119"/>
              <a:ext cx="205104" cy="179070"/>
            </a:xfrm>
            <a:custGeom>
              <a:avLst/>
              <a:gdLst>
                <a:gd name="connsiteX0" fmla="*/ 0 w 205104"/>
                <a:gd name="connsiteY0" fmla="*/ 89535 h 179070"/>
                <a:gd name="connsiteX1" fmla="*/ 89535 w 205104"/>
                <a:gd name="connsiteY1" fmla="*/ 179070 h 179070"/>
                <a:gd name="connsiteX2" fmla="*/ 205105 w 205104"/>
                <a:gd name="connsiteY2" fmla="*/ 64135 h 179070"/>
                <a:gd name="connsiteX3" fmla="*/ 179070 w 205104"/>
                <a:gd name="connsiteY3" fmla="*/ 38100 h 179070"/>
                <a:gd name="connsiteX4" fmla="*/ 89535 w 205104"/>
                <a:gd name="connsiteY4" fmla="*/ 127635 h 179070"/>
                <a:gd name="connsiteX5" fmla="*/ 51435 w 205104"/>
                <a:gd name="connsiteY5" fmla="*/ 89535 h 179070"/>
                <a:gd name="connsiteX6" fmla="*/ 89535 w 205104"/>
                <a:gd name="connsiteY6" fmla="*/ 50800 h 179070"/>
                <a:gd name="connsiteX7" fmla="*/ 114935 w 205104"/>
                <a:gd name="connsiteY7" fmla="*/ 76835 h 179070"/>
                <a:gd name="connsiteX8" fmla="*/ 140970 w 205104"/>
                <a:gd name="connsiteY8" fmla="*/ 50800 h 179070"/>
                <a:gd name="connsiteX9" fmla="*/ 89535 w 205104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04" h="179070">
                  <a:moveTo>
                    <a:pt x="0" y="89535"/>
                  </a:moveTo>
                  <a:lnTo>
                    <a:pt x="89535" y="179070"/>
                  </a:lnTo>
                  <a:lnTo>
                    <a:pt x="205105" y="64135"/>
                  </a:lnTo>
                  <a:lnTo>
                    <a:pt x="179070" y="38100"/>
                  </a:lnTo>
                  <a:lnTo>
                    <a:pt x="89535" y="127635"/>
                  </a:lnTo>
                  <a:lnTo>
                    <a:pt x="51435" y="89535"/>
                  </a:lnTo>
                  <a:lnTo>
                    <a:pt x="89535" y="50800"/>
                  </a:lnTo>
                  <a:lnTo>
                    <a:pt x="114935" y="76835"/>
                  </a:lnTo>
                  <a:lnTo>
                    <a:pt x="140970" y="50800"/>
                  </a:lnTo>
                  <a:lnTo>
                    <a:pt x="895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7F72253-52B9-3DB4-F832-6203D06381C7}"/>
                </a:ext>
              </a:extLst>
            </p:cNvPr>
            <p:cNvSpPr/>
            <p:nvPr/>
          </p:nvSpPr>
          <p:spPr>
            <a:xfrm>
              <a:off x="9536430" y="452119"/>
              <a:ext cx="204469" cy="179070"/>
            </a:xfrm>
            <a:custGeom>
              <a:avLst/>
              <a:gdLst>
                <a:gd name="connsiteX0" fmla="*/ 204470 w 204469"/>
                <a:gd name="connsiteY0" fmla="*/ 89535 h 179070"/>
                <a:gd name="connsiteX1" fmla="*/ 114935 w 204469"/>
                <a:gd name="connsiteY1" fmla="*/ 179070 h 179070"/>
                <a:gd name="connsiteX2" fmla="*/ 63500 w 204469"/>
                <a:gd name="connsiteY2" fmla="*/ 128270 h 179070"/>
                <a:gd name="connsiteX3" fmla="*/ 89535 w 204469"/>
                <a:gd name="connsiteY3" fmla="*/ 102235 h 179070"/>
                <a:gd name="connsiteX4" fmla="*/ 114935 w 204469"/>
                <a:gd name="connsiteY4" fmla="*/ 128270 h 179070"/>
                <a:gd name="connsiteX5" fmla="*/ 153670 w 204469"/>
                <a:gd name="connsiteY5" fmla="*/ 89535 h 179070"/>
                <a:gd name="connsiteX6" fmla="*/ 114935 w 204469"/>
                <a:gd name="connsiteY6" fmla="*/ 50800 h 179070"/>
                <a:gd name="connsiteX7" fmla="*/ 25400 w 204469"/>
                <a:gd name="connsiteY7" fmla="*/ 140970 h 179070"/>
                <a:gd name="connsiteX8" fmla="*/ 0 w 204469"/>
                <a:gd name="connsiteY8" fmla="*/ 114935 h 179070"/>
                <a:gd name="connsiteX9" fmla="*/ 114935 w 204469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469" h="179070">
                  <a:moveTo>
                    <a:pt x="204470" y="89535"/>
                  </a:moveTo>
                  <a:lnTo>
                    <a:pt x="114935" y="179070"/>
                  </a:lnTo>
                  <a:lnTo>
                    <a:pt x="63500" y="128270"/>
                  </a:lnTo>
                  <a:lnTo>
                    <a:pt x="89535" y="102235"/>
                  </a:lnTo>
                  <a:lnTo>
                    <a:pt x="114935" y="128270"/>
                  </a:lnTo>
                  <a:lnTo>
                    <a:pt x="153670" y="89535"/>
                  </a:lnTo>
                  <a:lnTo>
                    <a:pt x="114935" y="50800"/>
                  </a:lnTo>
                  <a:lnTo>
                    <a:pt x="25400" y="140970"/>
                  </a:lnTo>
                  <a:lnTo>
                    <a:pt x="0" y="1149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71E860-5E78-3790-9FEE-CFC7CFE6116C}"/>
                </a:ext>
              </a:extLst>
            </p:cNvPr>
            <p:cNvSpPr/>
            <p:nvPr/>
          </p:nvSpPr>
          <p:spPr>
            <a:xfrm>
              <a:off x="9305925" y="323850"/>
              <a:ext cx="140334" cy="205105"/>
            </a:xfrm>
            <a:custGeom>
              <a:avLst/>
              <a:gdLst>
                <a:gd name="connsiteX0" fmla="*/ 0 w 140334"/>
                <a:gd name="connsiteY0" fmla="*/ 89535 h 205105"/>
                <a:gd name="connsiteX1" fmla="*/ 89535 w 140334"/>
                <a:gd name="connsiteY1" fmla="*/ 0 h 205105"/>
                <a:gd name="connsiteX2" fmla="*/ 140335 w 140334"/>
                <a:gd name="connsiteY2" fmla="*/ 51435 h 205105"/>
                <a:gd name="connsiteX3" fmla="*/ 114935 w 140334"/>
                <a:gd name="connsiteY3" fmla="*/ 76835 h 205105"/>
                <a:gd name="connsiteX4" fmla="*/ 89535 w 140334"/>
                <a:gd name="connsiteY4" fmla="*/ 51435 h 205105"/>
                <a:gd name="connsiteX5" fmla="*/ 50800 w 140334"/>
                <a:gd name="connsiteY5" fmla="*/ 89535 h 205105"/>
                <a:gd name="connsiteX6" fmla="*/ 140335 w 140334"/>
                <a:gd name="connsiteY6" fmla="*/ 179070 h 205105"/>
                <a:gd name="connsiteX7" fmla="*/ 114935 w 140334"/>
                <a:gd name="connsiteY7" fmla="*/ 205105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34" h="205105">
                  <a:moveTo>
                    <a:pt x="0" y="89535"/>
                  </a:moveTo>
                  <a:lnTo>
                    <a:pt x="89535" y="0"/>
                  </a:lnTo>
                  <a:lnTo>
                    <a:pt x="140335" y="51435"/>
                  </a:lnTo>
                  <a:lnTo>
                    <a:pt x="114935" y="76835"/>
                  </a:lnTo>
                  <a:lnTo>
                    <a:pt x="89535" y="51435"/>
                  </a:lnTo>
                  <a:lnTo>
                    <a:pt x="50800" y="89535"/>
                  </a:lnTo>
                  <a:lnTo>
                    <a:pt x="140335" y="179070"/>
                  </a:lnTo>
                  <a:lnTo>
                    <a:pt x="114935" y="20510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395FECB-E72C-A99E-B938-5FEE354325F5}"/>
                </a:ext>
              </a:extLst>
            </p:cNvPr>
            <p:cNvSpPr/>
            <p:nvPr/>
          </p:nvSpPr>
          <p:spPr>
            <a:xfrm>
              <a:off x="9472294" y="554355"/>
              <a:ext cx="140970" cy="205104"/>
            </a:xfrm>
            <a:custGeom>
              <a:avLst/>
              <a:gdLst>
                <a:gd name="connsiteX0" fmla="*/ 140970 w 140970"/>
                <a:gd name="connsiteY0" fmla="*/ 115570 h 205104"/>
                <a:gd name="connsiteX1" fmla="*/ 50800 w 140970"/>
                <a:gd name="connsiteY1" fmla="*/ 205105 h 205104"/>
                <a:gd name="connsiteX2" fmla="*/ 0 w 140970"/>
                <a:gd name="connsiteY2" fmla="*/ 153670 h 205104"/>
                <a:gd name="connsiteX3" fmla="*/ 25400 w 140970"/>
                <a:gd name="connsiteY3" fmla="*/ 128270 h 205104"/>
                <a:gd name="connsiteX4" fmla="*/ 50800 w 140970"/>
                <a:gd name="connsiteY4" fmla="*/ 153670 h 205104"/>
                <a:gd name="connsiteX5" fmla="*/ 89536 w 140970"/>
                <a:gd name="connsiteY5" fmla="*/ 115570 h 205104"/>
                <a:gd name="connsiteX6" fmla="*/ 0 w 140970"/>
                <a:gd name="connsiteY6" fmla="*/ 25400 h 205104"/>
                <a:gd name="connsiteX7" fmla="*/ 25400 w 140970"/>
                <a:gd name="connsiteY7" fmla="*/ 0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970" h="205104">
                  <a:moveTo>
                    <a:pt x="140970" y="115570"/>
                  </a:moveTo>
                  <a:lnTo>
                    <a:pt x="50800" y="205105"/>
                  </a:lnTo>
                  <a:lnTo>
                    <a:pt x="0" y="153670"/>
                  </a:lnTo>
                  <a:lnTo>
                    <a:pt x="25400" y="128270"/>
                  </a:lnTo>
                  <a:lnTo>
                    <a:pt x="50800" y="153670"/>
                  </a:lnTo>
                  <a:lnTo>
                    <a:pt x="89536" y="115570"/>
                  </a:lnTo>
                  <a:lnTo>
                    <a:pt x="0" y="25400"/>
                  </a:lnTo>
                  <a:lnTo>
                    <a:pt x="254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B2276DF-784B-BC7E-6792-514C9B202683}"/>
                </a:ext>
              </a:extLst>
            </p:cNvPr>
            <p:cNvSpPr/>
            <p:nvPr/>
          </p:nvSpPr>
          <p:spPr>
            <a:xfrm>
              <a:off x="9408159" y="323850"/>
              <a:ext cx="205105" cy="205105"/>
            </a:xfrm>
            <a:custGeom>
              <a:avLst/>
              <a:gdLst>
                <a:gd name="connsiteX0" fmla="*/ 0 w 205105"/>
                <a:gd name="connsiteY0" fmla="*/ 114935 h 205105"/>
                <a:gd name="connsiteX1" fmla="*/ 25400 w 205105"/>
                <a:gd name="connsiteY1" fmla="*/ 140970 h 205105"/>
                <a:gd name="connsiteX2" fmla="*/ 51435 w 205105"/>
                <a:gd name="connsiteY2" fmla="*/ 114935 h 205105"/>
                <a:gd name="connsiteX3" fmla="*/ 140970 w 205105"/>
                <a:gd name="connsiteY3" fmla="*/ 205105 h 205105"/>
                <a:gd name="connsiteX4" fmla="*/ 166370 w 205105"/>
                <a:gd name="connsiteY4" fmla="*/ 179070 h 205105"/>
                <a:gd name="connsiteX5" fmla="*/ 76835 w 205105"/>
                <a:gd name="connsiteY5" fmla="*/ 89535 h 205105"/>
                <a:gd name="connsiteX6" fmla="*/ 114935 w 205105"/>
                <a:gd name="connsiteY6" fmla="*/ 51435 h 205105"/>
                <a:gd name="connsiteX7" fmla="*/ 153670 w 205105"/>
                <a:gd name="connsiteY7" fmla="*/ 89535 h 205105"/>
                <a:gd name="connsiteX8" fmla="*/ 128270 w 205105"/>
                <a:gd name="connsiteY8" fmla="*/ 114935 h 205105"/>
                <a:gd name="connsiteX9" fmla="*/ 153670 w 205105"/>
                <a:gd name="connsiteY9" fmla="*/ 140970 h 205105"/>
                <a:gd name="connsiteX10" fmla="*/ 205105 w 205105"/>
                <a:gd name="connsiteY10" fmla="*/ 89535 h 205105"/>
                <a:gd name="connsiteX11" fmla="*/ 114935 w 205105"/>
                <a:gd name="connsiteY11" fmla="*/ 0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05" h="205105">
                  <a:moveTo>
                    <a:pt x="0" y="114935"/>
                  </a:moveTo>
                  <a:lnTo>
                    <a:pt x="25400" y="140970"/>
                  </a:lnTo>
                  <a:lnTo>
                    <a:pt x="51435" y="114935"/>
                  </a:lnTo>
                  <a:lnTo>
                    <a:pt x="140970" y="205105"/>
                  </a:lnTo>
                  <a:lnTo>
                    <a:pt x="166370" y="179070"/>
                  </a:lnTo>
                  <a:lnTo>
                    <a:pt x="76835" y="89535"/>
                  </a:lnTo>
                  <a:lnTo>
                    <a:pt x="114935" y="51435"/>
                  </a:lnTo>
                  <a:lnTo>
                    <a:pt x="153670" y="89535"/>
                  </a:lnTo>
                  <a:lnTo>
                    <a:pt x="128270" y="114935"/>
                  </a:lnTo>
                  <a:lnTo>
                    <a:pt x="153670" y="140970"/>
                  </a:lnTo>
                  <a:lnTo>
                    <a:pt x="205105" y="895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A39B7D2-2E38-138A-6BED-7759B53C9E27}"/>
                </a:ext>
              </a:extLst>
            </p:cNvPr>
            <p:cNvSpPr/>
            <p:nvPr/>
          </p:nvSpPr>
          <p:spPr>
            <a:xfrm>
              <a:off x="9305925" y="554355"/>
              <a:ext cx="204469" cy="205104"/>
            </a:xfrm>
            <a:custGeom>
              <a:avLst/>
              <a:gdLst>
                <a:gd name="connsiteX0" fmla="*/ 153670 w 204469"/>
                <a:gd name="connsiteY0" fmla="*/ 89535 h 205104"/>
                <a:gd name="connsiteX1" fmla="*/ 63500 w 204469"/>
                <a:gd name="connsiteY1" fmla="*/ 0 h 205104"/>
                <a:gd name="connsiteX2" fmla="*/ 38100 w 204469"/>
                <a:gd name="connsiteY2" fmla="*/ 25400 h 205104"/>
                <a:gd name="connsiteX3" fmla="*/ 127635 w 204469"/>
                <a:gd name="connsiteY3" fmla="*/ 115570 h 205104"/>
                <a:gd name="connsiteX4" fmla="*/ 89535 w 204469"/>
                <a:gd name="connsiteY4" fmla="*/ 153670 h 205104"/>
                <a:gd name="connsiteX5" fmla="*/ 50800 w 204469"/>
                <a:gd name="connsiteY5" fmla="*/ 115570 h 205104"/>
                <a:gd name="connsiteX6" fmla="*/ 76835 w 204469"/>
                <a:gd name="connsiteY6" fmla="*/ 89535 h 205104"/>
                <a:gd name="connsiteX7" fmla="*/ 50800 w 204469"/>
                <a:gd name="connsiteY7" fmla="*/ 64135 h 205104"/>
                <a:gd name="connsiteX8" fmla="*/ 0 w 204469"/>
                <a:gd name="connsiteY8" fmla="*/ 115570 h 205104"/>
                <a:gd name="connsiteX9" fmla="*/ 89535 w 204469"/>
                <a:gd name="connsiteY9" fmla="*/ 205105 h 205104"/>
                <a:gd name="connsiteX10" fmla="*/ 204470 w 204469"/>
                <a:gd name="connsiteY10" fmla="*/ 89535 h 205104"/>
                <a:gd name="connsiteX11" fmla="*/ 179070 w 204469"/>
                <a:gd name="connsiteY11" fmla="*/ 64135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4469" h="205104">
                  <a:moveTo>
                    <a:pt x="153670" y="89535"/>
                  </a:moveTo>
                  <a:lnTo>
                    <a:pt x="63500" y="0"/>
                  </a:lnTo>
                  <a:lnTo>
                    <a:pt x="38100" y="25400"/>
                  </a:lnTo>
                  <a:lnTo>
                    <a:pt x="127635" y="115570"/>
                  </a:lnTo>
                  <a:lnTo>
                    <a:pt x="89535" y="153670"/>
                  </a:lnTo>
                  <a:lnTo>
                    <a:pt x="50800" y="115570"/>
                  </a:lnTo>
                  <a:lnTo>
                    <a:pt x="76835" y="89535"/>
                  </a:lnTo>
                  <a:lnTo>
                    <a:pt x="50800" y="64135"/>
                  </a:lnTo>
                  <a:lnTo>
                    <a:pt x="0" y="115570"/>
                  </a:lnTo>
                  <a:lnTo>
                    <a:pt x="89535" y="205105"/>
                  </a:lnTo>
                  <a:lnTo>
                    <a:pt x="204470" y="89535"/>
                  </a:lnTo>
                  <a:lnTo>
                    <a:pt x="179070" y="641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EE7D855-65E1-E4F1-BF38-202FD04E1FAC}"/>
                </a:ext>
              </a:extLst>
            </p:cNvPr>
            <p:cNvSpPr/>
            <p:nvPr/>
          </p:nvSpPr>
          <p:spPr>
            <a:xfrm rot="-2697569">
              <a:off x="9404889" y="523542"/>
              <a:ext cx="108583" cy="36194"/>
            </a:xfrm>
            <a:custGeom>
              <a:avLst/>
              <a:gdLst>
                <a:gd name="connsiteX0" fmla="*/ 0 w 108583"/>
                <a:gd name="connsiteY0" fmla="*/ 0 h 36194"/>
                <a:gd name="connsiteX1" fmla="*/ 108584 w 108583"/>
                <a:gd name="connsiteY1" fmla="*/ 0 h 36194"/>
                <a:gd name="connsiteX2" fmla="*/ 108584 w 108583"/>
                <a:gd name="connsiteY2" fmla="*/ 36195 h 36194"/>
                <a:gd name="connsiteX3" fmla="*/ 0 w 108583"/>
                <a:gd name="connsiteY3" fmla="*/ 36195 h 3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583" h="36194">
                  <a:moveTo>
                    <a:pt x="0" y="0"/>
                  </a:moveTo>
                  <a:lnTo>
                    <a:pt x="108584" y="0"/>
                  </a:lnTo>
                  <a:lnTo>
                    <a:pt x="108584" y="36195"/>
                  </a:lnTo>
                  <a:lnTo>
                    <a:pt x="0" y="3619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6F9DC79-6DD4-4D6A-D8F4-8A0856C88A56}"/>
                </a:ext>
              </a:extLst>
            </p:cNvPr>
            <p:cNvSpPr/>
            <p:nvPr/>
          </p:nvSpPr>
          <p:spPr>
            <a:xfrm rot="-2698542">
              <a:off x="9432319" y="270974"/>
              <a:ext cx="54609" cy="54609"/>
            </a:xfrm>
            <a:custGeom>
              <a:avLst/>
              <a:gdLst>
                <a:gd name="connsiteX0" fmla="*/ 0 w 54609"/>
                <a:gd name="connsiteY0" fmla="*/ 0 h 54609"/>
                <a:gd name="connsiteX1" fmla="*/ 54609 w 54609"/>
                <a:gd name="connsiteY1" fmla="*/ 0 h 54609"/>
                <a:gd name="connsiteX2" fmla="*/ 54609 w 54609"/>
                <a:gd name="connsiteY2" fmla="*/ 54609 h 54609"/>
                <a:gd name="connsiteX3" fmla="*/ 0 w 54609"/>
                <a:gd name="connsiteY3" fmla="*/ 54609 h 5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09" h="54609">
                  <a:moveTo>
                    <a:pt x="0" y="0"/>
                  </a:moveTo>
                  <a:lnTo>
                    <a:pt x="54609" y="0"/>
                  </a:lnTo>
                  <a:lnTo>
                    <a:pt x="54609" y="54609"/>
                  </a:lnTo>
                  <a:lnTo>
                    <a:pt x="0" y="54609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798E916-4181-21CC-848E-E637966BEDE7}"/>
                </a:ext>
              </a:extLst>
            </p:cNvPr>
            <p:cNvSpPr/>
            <p:nvPr/>
          </p:nvSpPr>
          <p:spPr>
            <a:xfrm>
              <a:off x="9420859" y="746759"/>
              <a:ext cx="76834" cy="76834"/>
            </a:xfrm>
            <a:custGeom>
              <a:avLst/>
              <a:gdLst>
                <a:gd name="connsiteX0" fmla="*/ 0 w 76834"/>
                <a:gd name="connsiteY0" fmla="*/ 38100 h 76834"/>
                <a:gd name="connsiteX1" fmla="*/ 38735 w 76834"/>
                <a:gd name="connsiteY1" fmla="*/ 76835 h 76834"/>
                <a:gd name="connsiteX2" fmla="*/ 76835 w 76834"/>
                <a:gd name="connsiteY2" fmla="*/ 38100 h 76834"/>
                <a:gd name="connsiteX3" fmla="*/ 38735 w 76834"/>
                <a:gd name="connsiteY3" fmla="*/ 0 h 7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34" h="76834">
                  <a:moveTo>
                    <a:pt x="0" y="38100"/>
                  </a:moveTo>
                  <a:lnTo>
                    <a:pt x="38735" y="76835"/>
                  </a:lnTo>
                  <a:lnTo>
                    <a:pt x="76835" y="38100"/>
                  </a:lnTo>
                  <a:lnTo>
                    <a:pt x="387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2E56FED-8542-57E8-818F-D712DC37DF0B}"/>
                </a:ext>
              </a:extLst>
            </p:cNvPr>
            <p:cNvSpPr/>
            <p:nvPr/>
          </p:nvSpPr>
          <p:spPr>
            <a:xfrm>
              <a:off x="9937115" y="260350"/>
              <a:ext cx="253365" cy="277494"/>
            </a:xfrm>
            <a:custGeom>
              <a:avLst/>
              <a:gdLst>
                <a:gd name="connsiteX0" fmla="*/ 156210 w 253365"/>
                <a:gd name="connsiteY0" fmla="*/ 120650 h 277494"/>
                <a:gd name="connsiteX1" fmla="*/ 173355 w 253365"/>
                <a:gd name="connsiteY1" fmla="*/ 117475 h 277494"/>
                <a:gd name="connsiteX2" fmla="*/ 178435 w 253365"/>
                <a:gd name="connsiteY2" fmla="*/ 79375 h 277494"/>
                <a:gd name="connsiteX3" fmla="*/ 173355 w 253365"/>
                <a:gd name="connsiteY3" fmla="*/ 40640 h 277494"/>
                <a:gd name="connsiteX4" fmla="*/ 156210 w 253365"/>
                <a:gd name="connsiteY4" fmla="*/ 37465 h 277494"/>
                <a:gd name="connsiteX5" fmla="*/ 81280 w 253365"/>
                <a:gd name="connsiteY5" fmla="*/ 37465 h 277494"/>
                <a:gd name="connsiteX6" fmla="*/ 81280 w 253365"/>
                <a:gd name="connsiteY6" fmla="*/ 120650 h 277494"/>
                <a:gd name="connsiteX7" fmla="*/ 156210 w 253365"/>
                <a:gd name="connsiteY7" fmla="*/ 120650 h 277494"/>
                <a:gd name="connsiteX8" fmla="*/ 221615 w 253365"/>
                <a:gd name="connsiteY8" fmla="*/ 238760 h 277494"/>
                <a:gd name="connsiteX9" fmla="*/ 253365 w 253365"/>
                <a:gd name="connsiteY9" fmla="*/ 238760 h 277494"/>
                <a:gd name="connsiteX10" fmla="*/ 253365 w 253365"/>
                <a:gd name="connsiteY10" fmla="*/ 277495 h 277494"/>
                <a:gd name="connsiteX11" fmla="*/ 213360 w 253365"/>
                <a:gd name="connsiteY11" fmla="*/ 277495 h 277494"/>
                <a:gd name="connsiteX12" fmla="*/ 186055 w 253365"/>
                <a:gd name="connsiteY12" fmla="*/ 269875 h 277494"/>
                <a:gd name="connsiteX13" fmla="*/ 175260 w 253365"/>
                <a:gd name="connsiteY13" fmla="*/ 198120 h 277494"/>
                <a:gd name="connsiteX14" fmla="*/ 166370 w 253365"/>
                <a:gd name="connsiteY14" fmla="*/ 163830 h 277494"/>
                <a:gd name="connsiteX15" fmla="*/ 139065 w 253365"/>
                <a:gd name="connsiteY15" fmla="*/ 156210 h 277494"/>
                <a:gd name="connsiteX16" fmla="*/ 80010 w 253365"/>
                <a:gd name="connsiteY16" fmla="*/ 156210 h 277494"/>
                <a:gd name="connsiteX17" fmla="*/ 80010 w 253365"/>
                <a:gd name="connsiteY17" fmla="*/ 239395 h 277494"/>
                <a:gd name="connsiteX18" fmla="*/ 118110 w 253365"/>
                <a:gd name="connsiteY18" fmla="*/ 239395 h 277494"/>
                <a:gd name="connsiteX19" fmla="*/ 118110 w 253365"/>
                <a:gd name="connsiteY19" fmla="*/ 276860 h 277494"/>
                <a:gd name="connsiteX20" fmla="*/ 0 w 253365"/>
                <a:gd name="connsiteY20" fmla="*/ 276860 h 277494"/>
                <a:gd name="connsiteX21" fmla="*/ 0 w 253365"/>
                <a:gd name="connsiteY21" fmla="*/ 239395 h 277494"/>
                <a:gd name="connsiteX22" fmla="*/ 37465 w 253365"/>
                <a:gd name="connsiteY22" fmla="*/ 239395 h 277494"/>
                <a:gd name="connsiteX23" fmla="*/ 37465 w 253365"/>
                <a:gd name="connsiteY23" fmla="*/ 37465 h 277494"/>
                <a:gd name="connsiteX24" fmla="*/ 0 w 253365"/>
                <a:gd name="connsiteY24" fmla="*/ 37465 h 277494"/>
                <a:gd name="connsiteX25" fmla="*/ 0 w 253365"/>
                <a:gd name="connsiteY25" fmla="*/ 0 h 277494"/>
                <a:gd name="connsiteX26" fmla="*/ 168910 w 253365"/>
                <a:gd name="connsiteY26" fmla="*/ 0 h 277494"/>
                <a:gd name="connsiteX27" fmla="*/ 207645 w 253365"/>
                <a:gd name="connsiteY27" fmla="*/ 11430 h 277494"/>
                <a:gd name="connsiteX28" fmla="*/ 222885 w 253365"/>
                <a:gd name="connsiteY28" fmla="*/ 77470 h 277494"/>
                <a:gd name="connsiteX29" fmla="*/ 179705 w 253365"/>
                <a:gd name="connsiteY29" fmla="*/ 140335 h 277494"/>
                <a:gd name="connsiteX30" fmla="*/ 179705 w 253365"/>
                <a:gd name="connsiteY30" fmla="*/ 140970 h 277494"/>
                <a:gd name="connsiteX31" fmla="*/ 219075 w 253365"/>
                <a:gd name="connsiteY31" fmla="*/ 198120 h 277494"/>
                <a:gd name="connsiteX32" fmla="*/ 221615 w 253365"/>
                <a:gd name="connsiteY32" fmla="*/ 238760 h 27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365" h="277494">
                  <a:moveTo>
                    <a:pt x="156210" y="120650"/>
                  </a:moveTo>
                  <a:cubicBezTo>
                    <a:pt x="167640" y="120650"/>
                    <a:pt x="171450" y="119380"/>
                    <a:pt x="173355" y="117475"/>
                  </a:cubicBezTo>
                  <a:cubicBezTo>
                    <a:pt x="177165" y="113665"/>
                    <a:pt x="178435" y="107950"/>
                    <a:pt x="178435" y="79375"/>
                  </a:cubicBezTo>
                  <a:cubicBezTo>
                    <a:pt x="178435" y="50800"/>
                    <a:pt x="177165" y="43815"/>
                    <a:pt x="173355" y="40640"/>
                  </a:cubicBezTo>
                  <a:cubicBezTo>
                    <a:pt x="171450" y="38735"/>
                    <a:pt x="167640" y="37465"/>
                    <a:pt x="156210" y="37465"/>
                  </a:cubicBezTo>
                  <a:lnTo>
                    <a:pt x="81280" y="37465"/>
                  </a:lnTo>
                  <a:lnTo>
                    <a:pt x="81280" y="120650"/>
                  </a:lnTo>
                  <a:lnTo>
                    <a:pt x="156210" y="120650"/>
                  </a:lnTo>
                  <a:close/>
                  <a:moveTo>
                    <a:pt x="221615" y="238760"/>
                  </a:moveTo>
                  <a:lnTo>
                    <a:pt x="253365" y="238760"/>
                  </a:lnTo>
                  <a:lnTo>
                    <a:pt x="253365" y="277495"/>
                  </a:lnTo>
                  <a:lnTo>
                    <a:pt x="213360" y="277495"/>
                  </a:lnTo>
                  <a:cubicBezTo>
                    <a:pt x="196850" y="277495"/>
                    <a:pt x="190500" y="274955"/>
                    <a:pt x="186055" y="269875"/>
                  </a:cubicBezTo>
                  <a:cubicBezTo>
                    <a:pt x="180340" y="264160"/>
                    <a:pt x="177165" y="253365"/>
                    <a:pt x="175260" y="198120"/>
                  </a:cubicBezTo>
                  <a:cubicBezTo>
                    <a:pt x="174625" y="175895"/>
                    <a:pt x="171450" y="168910"/>
                    <a:pt x="166370" y="163830"/>
                  </a:cubicBezTo>
                  <a:cubicBezTo>
                    <a:pt x="160020" y="157480"/>
                    <a:pt x="153035" y="156210"/>
                    <a:pt x="139065" y="156210"/>
                  </a:cubicBezTo>
                  <a:lnTo>
                    <a:pt x="80010" y="156210"/>
                  </a:lnTo>
                  <a:lnTo>
                    <a:pt x="80010" y="239395"/>
                  </a:lnTo>
                  <a:lnTo>
                    <a:pt x="118110" y="239395"/>
                  </a:lnTo>
                  <a:lnTo>
                    <a:pt x="118110" y="276860"/>
                  </a:lnTo>
                  <a:lnTo>
                    <a:pt x="0" y="276860"/>
                  </a:lnTo>
                  <a:lnTo>
                    <a:pt x="0" y="239395"/>
                  </a:lnTo>
                  <a:lnTo>
                    <a:pt x="37465" y="239395"/>
                  </a:lnTo>
                  <a:lnTo>
                    <a:pt x="37465" y="37465"/>
                  </a:lnTo>
                  <a:lnTo>
                    <a:pt x="0" y="37465"/>
                  </a:lnTo>
                  <a:lnTo>
                    <a:pt x="0" y="0"/>
                  </a:lnTo>
                  <a:lnTo>
                    <a:pt x="168910" y="0"/>
                  </a:lnTo>
                  <a:cubicBezTo>
                    <a:pt x="187325" y="0"/>
                    <a:pt x="199390" y="3175"/>
                    <a:pt x="207645" y="11430"/>
                  </a:cubicBezTo>
                  <a:cubicBezTo>
                    <a:pt x="218440" y="22225"/>
                    <a:pt x="222885" y="35560"/>
                    <a:pt x="222885" y="77470"/>
                  </a:cubicBezTo>
                  <a:cubicBezTo>
                    <a:pt x="222885" y="126365"/>
                    <a:pt x="211455" y="135890"/>
                    <a:pt x="179705" y="140335"/>
                  </a:cubicBezTo>
                  <a:lnTo>
                    <a:pt x="179705" y="140970"/>
                  </a:lnTo>
                  <a:cubicBezTo>
                    <a:pt x="208915" y="146685"/>
                    <a:pt x="217170" y="157480"/>
                    <a:pt x="219075" y="198120"/>
                  </a:cubicBezTo>
                  <a:cubicBezTo>
                    <a:pt x="220345" y="210185"/>
                    <a:pt x="220980" y="226695"/>
                    <a:pt x="221615" y="2387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D97EF35-3441-3F12-1975-CA20F761DCEF}"/>
                </a:ext>
              </a:extLst>
            </p:cNvPr>
            <p:cNvSpPr/>
            <p:nvPr/>
          </p:nvSpPr>
          <p:spPr>
            <a:xfrm>
              <a:off x="10222230" y="259715"/>
              <a:ext cx="220344" cy="278129"/>
            </a:xfrm>
            <a:custGeom>
              <a:avLst/>
              <a:gdLst>
                <a:gd name="connsiteX0" fmla="*/ 0 w 220344"/>
                <a:gd name="connsiteY0" fmla="*/ 0 h 278129"/>
                <a:gd name="connsiteX1" fmla="*/ 0 w 220344"/>
                <a:gd name="connsiteY1" fmla="*/ 38100 h 278129"/>
                <a:gd name="connsiteX2" fmla="*/ 36830 w 220344"/>
                <a:gd name="connsiteY2" fmla="*/ 38100 h 278129"/>
                <a:gd name="connsiteX3" fmla="*/ 36830 w 220344"/>
                <a:gd name="connsiteY3" fmla="*/ 240665 h 278129"/>
                <a:gd name="connsiteX4" fmla="*/ 0 w 220344"/>
                <a:gd name="connsiteY4" fmla="*/ 240665 h 278129"/>
                <a:gd name="connsiteX5" fmla="*/ 0 w 220344"/>
                <a:gd name="connsiteY5" fmla="*/ 278130 h 278129"/>
                <a:gd name="connsiteX6" fmla="*/ 220345 w 220344"/>
                <a:gd name="connsiteY6" fmla="*/ 278130 h 278129"/>
                <a:gd name="connsiteX7" fmla="*/ 220345 w 220344"/>
                <a:gd name="connsiteY7" fmla="*/ 188595 h 278129"/>
                <a:gd name="connsiteX8" fmla="*/ 179070 w 220344"/>
                <a:gd name="connsiteY8" fmla="*/ 188595 h 278129"/>
                <a:gd name="connsiteX9" fmla="*/ 179070 w 220344"/>
                <a:gd name="connsiteY9" fmla="*/ 240665 h 278129"/>
                <a:gd name="connsiteX10" fmla="*/ 79375 w 220344"/>
                <a:gd name="connsiteY10" fmla="*/ 240665 h 278129"/>
                <a:gd name="connsiteX11" fmla="*/ 79375 w 220344"/>
                <a:gd name="connsiteY11" fmla="*/ 152400 h 278129"/>
                <a:gd name="connsiteX12" fmla="*/ 154305 w 220344"/>
                <a:gd name="connsiteY12" fmla="*/ 152400 h 278129"/>
                <a:gd name="connsiteX13" fmla="*/ 154305 w 220344"/>
                <a:gd name="connsiteY13" fmla="*/ 115570 h 278129"/>
                <a:gd name="connsiteX14" fmla="*/ 79375 w 220344"/>
                <a:gd name="connsiteY14" fmla="*/ 115570 h 278129"/>
                <a:gd name="connsiteX15" fmla="*/ 79375 w 220344"/>
                <a:gd name="connsiteY15" fmla="*/ 38100 h 278129"/>
                <a:gd name="connsiteX16" fmla="*/ 175895 w 220344"/>
                <a:gd name="connsiteY16" fmla="*/ 38100 h 278129"/>
                <a:gd name="connsiteX17" fmla="*/ 175895 w 220344"/>
                <a:gd name="connsiteY17" fmla="*/ 83820 h 278129"/>
                <a:gd name="connsiteX18" fmla="*/ 217805 w 220344"/>
                <a:gd name="connsiteY18" fmla="*/ 83820 h 278129"/>
                <a:gd name="connsiteX19" fmla="*/ 217805 w 220344"/>
                <a:gd name="connsiteY19" fmla="*/ 0 h 27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0344" h="278129">
                  <a:moveTo>
                    <a:pt x="0" y="0"/>
                  </a:moveTo>
                  <a:lnTo>
                    <a:pt x="0" y="38100"/>
                  </a:lnTo>
                  <a:lnTo>
                    <a:pt x="36830" y="38100"/>
                  </a:lnTo>
                  <a:lnTo>
                    <a:pt x="36830" y="240665"/>
                  </a:lnTo>
                  <a:lnTo>
                    <a:pt x="0" y="240665"/>
                  </a:lnTo>
                  <a:lnTo>
                    <a:pt x="0" y="278130"/>
                  </a:lnTo>
                  <a:lnTo>
                    <a:pt x="220345" y="278130"/>
                  </a:lnTo>
                  <a:lnTo>
                    <a:pt x="220345" y="188595"/>
                  </a:lnTo>
                  <a:lnTo>
                    <a:pt x="179070" y="188595"/>
                  </a:lnTo>
                  <a:lnTo>
                    <a:pt x="179070" y="240665"/>
                  </a:lnTo>
                  <a:lnTo>
                    <a:pt x="79375" y="240665"/>
                  </a:lnTo>
                  <a:lnTo>
                    <a:pt x="79375" y="152400"/>
                  </a:lnTo>
                  <a:lnTo>
                    <a:pt x="154305" y="152400"/>
                  </a:lnTo>
                  <a:lnTo>
                    <a:pt x="154305" y="115570"/>
                  </a:lnTo>
                  <a:lnTo>
                    <a:pt x="79375" y="115570"/>
                  </a:lnTo>
                  <a:lnTo>
                    <a:pt x="79375" y="38100"/>
                  </a:lnTo>
                  <a:lnTo>
                    <a:pt x="175895" y="38100"/>
                  </a:lnTo>
                  <a:lnTo>
                    <a:pt x="175895" y="83820"/>
                  </a:lnTo>
                  <a:lnTo>
                    <a:pt x="217805" y="83820"/>
                  </a:lnTo>
                  <a:lnTo>
                    <a:pt x="21780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0CF1AF3-FA82-91A7-9490-2B808E57DDDD}"/>
                </a:ext>
              </a:extLst>
            </p:cNvPr>
            <p:cNvSpPr/>
            <p:nvPr/>
          </p:nvSpPr>
          <p:spPr>
            <a:xfrm>
              <a:off x="10471784" y="260350"/>
              <a:ext cx="273684" cy="278765"/>
            </a:xfrm>
            <a:custGeom>
              <a:avLst/>
              <a:gdLst>
                <a:gd name="connsiteX0" fmla="*/ 0 w 273684"/>
                <a:gd name="connsiteY0" fmla="*/ 37465 h 278765"/>
                <a:gd name="connsiteX1" fmla="*/ 0 w 273684"/>
                <a:gd name="connsiteY1" fmla="*/ 0 h 278765"/>
                <a:gd name="connsiteX2" fmla="*/ 115570 w 273684"/>
                <a:gd name="connsiteY2" fmla="*/ 0 h 278765"/>
                <a:gd name="connsiteX3" fmla="*/ 115570 w 273684"/>
                <a:gd name="connsiteY3" fmla="*/ 37465 h 278765"/>
                <a:gd name="connsiteX4" fmla="*/ 78105 w 273684"/>
                <a:gd name="connsiteY4" fmla="*/ 37465 h 278765"/>
                <a:gd name="connsiteX5" fmla="*/ 135890 w 273684"/>
                <a:gd name="connsiteY5" fmla="*/ 236855 h 278765"/>
                <a:gd name="connsiteX6" fmla="*/ 141605 w 273684"/>
                <a:gd name="connsiteY6" fmla="*/ 236855 h 278765"/>
                <a:gd name="connsiteX7" fmla="*/ 200025 w 273684"/>
                <a:gd name="connsiteY7" fmla="*/ 37465 h 278765"/>
                <a:gd name="connsiteX8" fmla="*/ 162560 w 273684"/>
                <a:gd name="connsiteY8" fmla="*/ 37465 h 278765"/>
                <a:gd name="connsiteX9" fmla="*/ 162560 w 273684"/>
                <a:gd name="connsiteY9" fmla="*/ 0 h 278765"/>
                <a:gd name="connsiteX10" fmla="*/ 273685 w 273684"/>
                <a:gd name="connsiteY10" fmla="*/ 0 h 278765"/>
                <a:gd name="connsiteX11" fmla="*/ 273685 w 273684"/>
                <a:gd name="connsiteY11" fmla="*/ 37465 h 278765"/>
                <a:gd name="connsiteX12" fmla="*/ 243205 w 273684"/>
                <a:gd name="connsiteY12" fmla="*/ 37465 h 278765"/>
                <a:gd name="connsiteX13" fmla="*/ 171450 w 273684"/>
                <a:gd name="connsiteY13" fmla="*/ 265430 h 278765"/>
                <a:gd name="connsiteX14" fmla="*/ 152400 w 273684"/>
                <a:gd name="connsiteY14" fmla="*/ 278765 h 278765"/>
                <a:gd name="connsiteX15" fmla="*/ 121285 w 273684"/>
                <a:gd name="connsiteY15" fmla="*/ 278765 h 278765"/>
                <a:gd name="connsiteX16" fmla="*/ 102235 w 273684"/>
                <a:gd name="connsiteY16" fmla="*/ 265430 h 278765"/>
                <a:gd name="connsiteX17" fmla="*/ 30480 w 273684"/>
                <a:gd name="connsiteY17" fmla="*/ 37465 h 278765"/>
                <a:gd name="connsiteX18" fmla="*/ 0 w 273684"/>
                <a:gd name="connsiteY18" fmla="*/ 37465 h 27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684" h="278765">
                  <a:moveTo>
                    <a:pt x="0" y="37465"/>
                  </a:moveTo>
                  <a:lnTo>
                    <a:pt x="0" y="0"/>
                  </a:lnTo>
                  <a:lnTo>
                    <a:pt x="115570" y="0"/>
                  </a:lnTo>
                  <a:lnTo>
                    <a:pt x="115570" y="37465"/>
                  </a:lnTo>
                  <a:lnTo>
                    <a:pt x="78105" y="37465"/>
                  </a:lnTo>
                  <a:lnTo>
                    <a:pt x="135890" y="236855"/>
                  </a:lnTo>
                  <a:lnTo>
                    <a:pt x="141605" y="236855"/>
                  </a:lnTo>
                  <a:lnTo>
                    <a:pt x="200025" y="37465"/>
                  </a:lnTo>
                  <a:lnTo>
                    <a:pt x="162560" y="37465"/>
                  </a:lnTo>
                  <a:lnTo>
                    <a:pt x="162560" y="0"/>
                  </a:lnTo>
                  <a:lnTo>
                    <a:pt x="273685" y="0"/>
                  </a:lnTo>
                  <a:lnTo>
                    <a:pt x="273685" y="37465"/>
                  </a:lnTo>
                  <a:lnTo>
                    <a:pt x="243205" y="37465"/>
                  </a:lnTo>
                  <a:lnTo>
                    <a:pt x="171450" y="265430"/>
                  </a:lnTo>
                  <a:cubicBezTo>
                    <a:pt x="167640" y="276860"/>
                    <a:pt x="164465" y="278765"/>
                    <a:pt x="152400" y="278765"/>
                  </a:cubicBezTo>
                  <a:lnTo>
                    <a:pt x="121285" y="278765"/>
                  </a:lnTo>
                  <a:cubicBezTo>
                    <a:pt x="109220" y="278765"/>
                    <a:pt x="105410" y="276225"/>
                    <a:pt x="102235" y="265430"/>
                  </a:cubicBezTo>
                  <a:lnTo>
                    <a:pt x="30480" y="37465"/>
                  </a:lnTo>
                  <a:lnTo>
                    <a:pt x="0" y="3746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749E75A-2E31-88BC-43CE-2313F1700212}"/>
                </a:ext>
              </a:extLst>
            </p:cNvPr>
            <p:cNvSpPr/>
            <p:nvPr/>
          </p:nvSpPr>
          <p:spPr>
            <a:xfrm>
              <a:off x="10715625" y="258445"/>
              <a:ext cx="275590" cy="280035"/>
            </a:xfrm>
            <a:custGeom>
              <a:avLst/>
              <a:gdLst>
                <a:gd name="connsiteX0" fmla="*/ 97790 w 275590"/>
                <a:gd name="connsiteY0" fmla="*/ 156210 h 280035"/>
                <a:gd name="connsiteX1" fmla="*/ 173355 w 275590"/>
                <a:gd name="connsiteY1" fmla="*/ 156210 h 280035"/>
                <a:gd name="connsiteX2" fmla="*/ 139065 w 275590"/>
                <a:gd name="connsiteY2" fmla="*/ 38735 h 280035"/>
                <a:gd name="connsiteX3" fmla="*/ 133350 w 275590"/>
                <a:gd name="connsiteY3" fmla="*/ 38735 h 280035"/>
                <a:gd name="connsiteX4" fmla="*/ 97790 w 275590"/>
                <a:gd name="connsiteY4" fmla="*/ 156210 h 280035"/>
                <a:gd name="connsiteX5" fmla="*/ 0 w 275590"/>
                <a:gd name="connsiteY5" fmla="*/ 279400 h 280035"/>
                <a:gd name="connsiteX6" fmla="*/ 0 w 275590"/>
                <a:gd name="connsiteY6" fmla="*/ 241300 h 280035"/>
                <a:gd name="connsiteX7" fmla="*/ 30480 w 275590"/>
                <a:gd name="connsiteY7" fmla="*/ 241300 h 280035"/>
                <a:gd name="connsiteX8" fmla="*/ 102235 w 275590"/>
                <a:gd name="connsiteY8" fmla="*/ 13335 h 280035"/>
                <a:gd name="connsiteX9" fmla="*/ 121285 w 275590"/>
                <a:gd name="connsiteY9" fmla="*/ 0 h 280035"/>
                <a:gd name="connsiteX10" fmla="*/ 154305 w 275590"/>
                <a:gd name="connsiteY10" fmla="*/ 0 h 280035"/>
                <a:gd name="connsiteX11" fmla="*/ 173355 w 275590"/>
                <a:gd name="connsiteY11" fmla="*/ 13335 h 280035"/>
                <a:gd name="connsiteX12" fmla="*/ 245110 w 275590"/>
                <a:gd name="connsiteY12" fmla="*/ 241300 h 280035"/>
                <a:gd name="connsiteX13" fmla="*/ 275590 w 275590"/>
                <a:gd name="connsiteY13" fmla="*/ 241300 h 280035"/>
                <a:gd name="connsiteX14" fmla="*/ 275590 w 275590"/>
                <a:gd name="connsiteY14" fmla="*/ 279400 h 280035"/>
                <a:gd name="connsiteX15" fmla="*/ 160655 w 275590"/>
                <a:gd name="connsiteY15" fmla="*/ 279400 h 280035"/>
                <a:gd name="connsiteX16" fmla="*/ 160655 w 275590"/>
                <a:gd name="connsiteY16" fmla="*/ 241300 h 280035"/>
                <a:gd name="connsiteX17" fmla="*/ 198755 w 275590"/>
                <a:gd name="connsiteY17" fmla="*/ 241300 h 280035"/>
                <a:gd name="connsiteX18" fmla="*/ 184150 w 275590"/>
                <a:gd name="connsiteY18" fmla="*/ 191770 h 280035"/>
                <a:gd name="connsiteX19" fmla="*/ 87630 w 275590"/>
                <a:gd name="connsiteY19" fmla="*/ 192405 h 280035"/>
                <a:gd name="connsiteX20" fmla="*/ 73025 w 275590"/>
                <a:gd name="connsiteY20" fmla="*/ 241935 h 280035"/>
                <a:gd name="connsiteX21" fmla="*/ 111125 w 275590"/>
                <a:gd name="connsiteY21" fmla="*/ 241935 h 280035"/>
                <a:gd name="connsiteX22" fmla="*/ 111125 w 275590"/>
                <a:gd name="connsiteY22" fmla="*/ 280035 h 280035"/>
                <a:gd name="connsiteX23" fmla="*/ 0 w 275590"/>
                <a:gd name="connsiteY23" fmla="*/ 280035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5590" h="280035">
                  <a:moveTo>
                    <a:pt x="97790" y="156210"/>
                  </a:moveTo>
                  <a:lnTo>
                    <a:pt x="173355" y="156210"/>
                  </a:lnTo>
                  <a:lnTo>
                    <a:pt x="139065" y="38735"/>
                  </a:lnTo>
                  <a:lnTo>
                    <a:pt x="133350" y="38735"/>
                  </a:lnTo>
                  <a:lnTo>
                    <a:pt x="97790" y="156210"/>
                  </a:lnTo>
                  <a:close/>
                  <a:moveTo>
                    <a:pt x="0" y="279400"/>
                  </a:moveTo>
                  <a:lnTo>
                    <a:pt x="0" y="241300"/>
                  </a:lnTo>
                  <a:lnTo>
                    <a:pt x="30480" y="241300"/>
                  </a:lnTo>
                  <a:lnTo>
                    <a:pt x="102235" y="13335"/>
                  </a:lnTo>
                  <a:cubicBezTo>
                    <a:pt x="106045" y="1905"/>
                    <a:pt x="109220" y="0"/>
                    <a:pt x="121285" y="0"/>
                  </a:cubicBezTo>
                  <a:lnTo>
                    <a:pt x="154305" y="0"/>
                  </a:lnTo>
                  <a:cubicBezTo>
                    <a:pt x="166370" y="0"/>
                    <a:pt x="169545" y="2540"/>
                    <a:pt x="173355" y="13335"/>
                  </a:cubicBezTo>
                  <a:lnTo>
                    <a:pt x="245110" y="241300"/>
                  </a:lnTo>
                  <a:lnTo>
                    <a:pt x="275590" y="241300"/>
                  </a:lnTo>
                  <a:lnTo>
                    <a:pt x="275590" y="279400"/>
                  </a:lnTo>
                  <a:lnTo>
                    <a:pt x="160655" y="279400"/>
                  </a:lnTo>
                  <a:lnTo>
                    <a:pt x="160655" y="241300"/>
                  </a:lnTo>
                  <a:lnTo>
                    <a:pt x="198755" y="241300"/>
                  </a:lnTo>
                  <a:lnTo>
                    <a:pt x="184150" y="191770"/>
                  </a:lnTo>
                  <a:cubicBezTo>
                    <a:pt x="160020" y="191770"/>
                    <a:pt x="113030" y="192405"/>
                    <a:pt x="87630" y="192405"/>
                  </a:cubicBezTo>
                  <a:lnTo>
                    <a:pt x="73025" y="241935"/>
                  </a:lnTo>
                  <a:lnTo>
                    <a:pt x="111125" y="241935"/>
                  </a:lnTo>
                  <a:lnTo>
                    <a:pt x="111125" y="280035"/>
                  </a:lnTo>
                  <a:lnTo>
                    <a:pt x="0" y="2800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F47FA30-5DBF-4A98-5967-FEA47289F808}"/>
                </a:ext>
              </a:extLst>
            </p:cNvPr>
            <p:cNvSpPr/>
            <p:nvPr/>
          </p:nvSpPr>
          <p:spPr>
            <a:xfrm>
              <a:off x="9938384" y="597534"/>
              <a:ext cx="220345" cy="223520"/>
            </a:xfrm>
            <a:custGeom>
              <a:avLst/>
              <a:gdLst>
                <a:gd name="connsiteX0" fmla="*/ 137795 w 220345"/>
                <a:gd name="connsiteY0" fmla="*/ 17780 h 223520"/>
                <a:gd name="connsiteX1" fmla="*/ 137795 w 220345"/>
                <a:gd name="connsiteY1" fmla="*/ 0 h 223520"/>
                <a:gd name="connsiteX2" fmla="*/ 220345 w 220345"/>
                <a:gd name="connsiteY2" fmla="*/ 0 h 223520"/>
                <a:gd name="connsiteX3" fmla="*/ 220345 w 220345"/>
                <a:gd name="connsiteY3" fmla="*/ 17780 h 223520"/>
                <a:gd name="connsiteX4" fmla="*/ 189230 w 220345"/>
                <a:gd name="connsiteY4" fmla="*/ 17780 h 223520"/>
                <a:gd name="connsiteX5" fmla="*/ 189230 w 220345"/>
                <a:gd name="connsiteY5" fmla="*/ 133985 h 223520"/>
                <a:gd name="connsiteX6" fmla="*/ 173990 w 220345"/>
                <a:gd name="connsiteY6" fmla="*/ 213995 h 223520"/>
                <a:gd name="connsiteX7" fmla="*/ 133985 w 220345"/>
                <a:gd name="connsiteY7" fmla="*/ 223520 h 223520"/>
                <a:gd name="connsiteX8" fmla="*/ 84455 w 220345"/>
                <a:gd name="connsiteY8" fmla="*/ 223520 h 223520"/>
                <a:gd name="connsiteX9" fmla="*/ 45720 w 220345"/>
                <a:gd name="connsiteY9" fmla="*/ 213995 h 223520"/>
                <a:gd name="connsiteX10" fmla="*/ 30480 w 220345"/>
                <a:gd name="connsiteY10" fmla="*/ 133985 h 223520"/>
                <a:gd name="connsiteX11" fmla="*/ 30480 w 220345"/>
                <a:gd name="connsiteY11" fmla="*/ 17780 h 223520"/>
                <a:gd name="connsiteX12" fmla="*/ 0 w 220345"/>
                <a:gd name="connsiteY12" fmla="*/ 17780 h 223520"/>
                <a:gd name="connsiteX13" fmla="*/ 0 w 220345"/>
                <a:gd name="connsiteY13" fmla="*/ 0 h 223520"/>
                <a:gd name="connsiteX14" fmla="*/ 81915 w 220345"/>
                <a:gd name="connsiteY14" fmla="*/ 0 h 223520"/>
                <a:gd name="connsiteX15" fmla="*/ 81915 w 220345"/>
                <a:gd name="connsiteY15" fmla="*/ 17780 h 223520"/>
                <a:gd name="connsiteX16" fmla="*/ 48260 w 220345"/>
                <a:gd name="connsiteY16" fmla="*/ 17780 h 223520"/>
                <a:gd name="connsiteX17" fmla="*/ 48260 w 220345"/>
                <a:gd name="connsiteY17" fmla="*/ 135255 h 223520"/>
                <a:gd name="connsiteX18" fmla="*/ 59055 w 220345"/>
                <a:gd name="connsiteY18" fmla="*/ 199390 h 223520"/>
                <a:gd name="connsiteX19" fmla="*/ 88265 w 220345"/>
                <a:gd name="connsiteY19" fmla="*/ 206375 h 223520"/>
                <a:gd name="connsiteX20" fmla="*/ 131445 w 220345"/>
                <a:gd name="connsiteY20" fmla="*/ 206375 h 223520"/>
                <a:gd name="connsiteX21" fmla="*/ 160020 w 220345"/>
                <a:gd name="connsiteY21" fmla="*/ 199390 h 223520"/>
                <a:gd name="connsiteX22" fmla="*/ 170815 w 220345"/>
                <a:gd name="connsiteY22" fmla="*/ 135255 h 223520"/>
                <a:gd name="connsiteX23" fmla="*/ 170815 w 220345"/>
                <a:gd name="connsiteY23" fmla="*/ 17780 h 223520"/>
                <a:gd name="connsiteX24" fmla="*/ 137795 w 220345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345" h="223520">
                  <a:moveTo>
                    <a:pt x="137795" y="17780"/>
                  </a:moveTo>
                  <a:lnTo>
                    <a:pt x="137795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89230" y="17780"/>
                  </a:lnTo>
                  <a:lnTo>
                    <a:pt x="189230" y="133985"/>
                  </a:lnTo>
                  <a:cubicBezTo>
                    <a:pt x="189230" y="186055"/>
                    <a:pt x="184785" y="202565"/>
                    <a:pt x="173990" y="213995"/>
                  </a:cubicBezTo>
                  <a:cubicBezTo>
                    <a:pt x="167005" y="220980"/>
                    <a:pt x="156210" y="223520"/>
                    <a:pt x="133985" y="223520"/>
                  </a:cubicBezTo>
                  <a:lnTo>
                    <a:pt x="84455" y="223520"/>
                  </a:lnTo>
                  <a:cubicBezTo>
                    <a:pt x="62230" y="223520"/>
                    <a:pt x="52705" y="220980"/>
                    <a:pt x="45720" y="213995"/>
                  </a:cubicBezTo>
                  <a:cubicBezTo>
                    <a:pt x="34925" y="203200"/>
                    <a:pt x="30480" y="186690"/>
                    <a:pt x="30480" y="133985"/>
                  </a:cubicBez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81915" y="0"/>
                  </a:lnTo>
                  <a:lnTo>
                    <a:pt x="81915" y="17780"/>
                  </a:lnTo>
                  <a:lnTo>
                    <a:pt x="48260" y="17780"/>
                  </a:lnTo>
                  <a:lnTo>
                    <a:pt x="48260" y="135255"/>
                  </a:lnTo>
                  <a:cubicBezTo>
                    <a:pt x="48260" y="181610"/>
                    <a:pt x="52705" y="192405"/>
                    <a:pt x="59055" y="199390"/>
                  </a:cubicBezTo>
                  <a:cubicBezTo>
                    <a:pt x="63500" y="203835"/>
                    <a:pt x="69215" y="206375"/>
                    <a:pt x="88265" y="206375"/>
                  </a:cubicBezTo>
                  <a:lnTo>
                    <a:pt x="131445" y="206375"/>
                  </a:lnTo>
                  <a:cubicBezTo>
                    <a:pt x="150495" y="206375"/>
                    <a:pt x="156210" y="203835"/>
                    <a:pt x="160020" y="199390"/>
                  </a:cubicBezTo>
                  <a:cubicBezTo>
                    <a:pt x="167005" y="192405"/>
                    <a:pt x="170815" y="182245"/>
                    <a:pt x="170815" y="135255"/>
                  </a:cubicBezTo>
                  <a:lnTo>
                    <a:pt x="170815" y="17780"/>
                  </a:lnTo>
                  <a:lnTo>
                    <a:pt x="137795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14FC5CC-C6FD-F81E-87E3-CB289EB0640A}"/>
                </a:ext>
              </a:extLst>
            </p:cNvPr>
            <p:cNvSpPr/>
            <p:nvPr/>
          </p:nvSpPr>
          <p:spPr>
            <a:xfrm>
              <a:off x="10176509" y="597534"/>
              <a:ext cx="215900" cy="223520"/>
            </a:xfrm>
            <a:custGeom>
              <a:avLst/>
              <a:gdLst>
                <a:gd name="connsiteX0" fmla="*/ 168910 w 215900"/>
                <a:gd name="connsiteY0" fmla="*/ 17780 h 223520"/>
                <a:gd name="connsiteX1" fmla="*/ 134620 w 215900"/>
                <a:gd name="connsiteY1" fmla="*/ 17780 h 223520"/>
                <a:gd name="connsiteX2" fmla="*/ 134620 w 215900"/>
                <a:gd name="connsiteY2" fmla="*/ 0 h 223520"/>
                <a:gd name="connsiteX3" fmla="*/ 215900 w 215900"/>
                <a:gd name="connsiteY3" fmla="*/ 0 h 223520"/>
                <a:gd name="connsiteX4" fmla="*/ 215900 w 215900"/>
                <a:gd name="connsiteY4" fmla="*/ 17780 h 223520"/>
                <a:gd name="connsiteX5" fmla="*/ 186690 w 215900"/>
                <a:gd name="connsiteY5" fmla="*/ 17780 h 223520"/>
                <a:gd name="connsiteX6" fmla="*/ 186690 w 215900"/>
                <a:gd name="connsiteY6" fmla="*/ 223520 h 223520"/>
                <a:gd name="connsiteX7" fmla="*/ 165735 w 215900"/>
                <a:gd name="connsiteY7" fmla="*/ 223520 h 223520"/>
                <a:gd name="connsiteX8" fmla="*/ 153035 w 215900"/>
                <a:gd name="connsiteY8" fmla="*/ 215900 h 223520"/>
                <a:gd name="connsiteX9" fmla="*/ 50800 w 215900"/>
                <a:gd name="connsiteY9" fmla="*/ 17145 h 223520"/>
                <a:gd name="connsiteX10" fmla="*/ 47625 w 215900"/>
                <a:gd name="connsiteY10" fmla="*/ 17145 h 223520"/>
                <a:gd name="connsiteX11" fmla="*/ 47625 w 215900"/>
                <a:gd name="connsiteY11" fmla="*/ 208915 h 223520"/>
                <a:gd name="connsiteX12" fmla="*/ 81915 w 215900"/>
                <a:gd name="connsiteY12" fmla="*/ 208915 h 223520"/>
                <a:gd name="connsiteX13" fmla="*/ 81915 w 215900"/>
                <a:gd name="connsiteY13" fmla="*/ 222885 h 223520"/>
                <a:gd name="connsiteX14" fmla="*/ 0 w 215900"/>
                <a:gd name="connsiteY14" fmla="*/ 222885 h 223520"/>
                <a:gd name="connsiteX15" fmla="*/ 0 w 215900"/>
                <a:gd name="connsiteY15" fmla="*/ 208915 h 223520"/>
                <a:gd name="connsiteX16" fmla="*/ 29845 w 215900"/>
                <a:gd name="connsiteY16" fmla="*/ 208915 h 223520"/>
                <a:gd name="connsiteX17" fmla="*/ 29845 w 215900"/>
                <a:gd name="connsiteY17" fmla="*/ 17780 h 223520"/>
                <a:gd name="connsiteX18" fmla="*/ 0 w 215900"/>
                <a:gd name="connsiteY18" fmla="*/ 17780 h 223520"/>
                <a:gd name="connsiteX19" fmla="*/ 0 w 215900"/>
                <a:gd name="connsiteY19" fmla="*/ 0 h 223520"/>
                <a:gd name="connsiteX20" fmla="*/ 53340 w 215900"/>
                <a:gd name="connsiteY20" fmla="*/ 0 h 223520"/>
                <a:gd name="connsiteX21" fmla="*/ 66040 w 215900"/>
                <a:gd name="connsiteY21" fmla="*/ 7620 h 223520"/>
                <a:gd name="connsiteX22" fmla="*/ 167640 w 215900"/>
                <a:gd name="connsiteY22" fmla="*/ 204470 h 223520"/>
                <a:gd name="connsiteX23" fmla="*/ 168910 w 215900"/>
                <a:gd name="connsiteY23" fmla="*/ 204470 h 223520"/>
                <a:gd name="connsiteX24" fmla="*/ 168910 w 215900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5900" h="223520">
                  <a:moveTo>
                    <a:pt x="168910" y="17780"/>
                  </a:moveTo>
                  <a:lnTo>
                    <a:pt x="134620" y="17780"/>
                  </a:lnTo>
                  <a:lnTo>
                    <a:pt x="134620" y="0"/>
                  </a:lnTo>
                  <a:lnTo>
                    <a:pt x="215900" y="0"/>
                  </a:lnTo>
                  <a:lnTo>
                    <a:pt x="215900" y="17780"/>
                  </a:lnTo>
                  <a:lnTo>
                    <a:pt x="186690" y="17780"/>
                  </a:lnTo>
                  <a:lnTo>
                    <a:pt x="186690" y="223520"/>
                  </a:lnTo>
                  <a:lnTo>
                    <a:pt x="165735" y="223520"/>
                  </a:lnTo>
                  <a:cubicBezTo>
                    <a:pt x="158750" y="223520"/>
                    <a:pt x="156210" y="221615"/>
                    <a:pt x="153035" y="215900"/>
                  </a:cubicBezTo>
                  <a:lnTo>
                    <a:pt x="50800" y="17145"/>
                  </a:lnTo>
                  <a:lnTo>
                    <a:pt x="47625" y="17145"/>
                  </a:lnTo>
                  <a:lnTo>
                    <a:pt x="47625" y="208915"/>
                  </a:lnTo>
                  <a:lnTo>
                    <a:pt x="81915" y="208915"/>
                  </a:lnTo>
                  <a:lnTo>
                    <a:pt x="81915" y="222885"/>
                  </a:lnTo>
                  <a:lnTo>
                    <a:pt x="0" y="222885"/>
                  </a:lnTo>
                  <a:lnTo>
                    <a:pt x="0" y="208915"/>
                  </a:lnTo>
                  <a:lnTo>
                    <a:pt x="29845" y="208915"/>
                  </a:lnTo>
                  <a:lnTo>
                    <a:pt x="29845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53340" y="0"/>
                  </a:lnTo>
                  <a:cubicBezTo>
                    <a:pt x="60325" y="0"/>
                    <a:pt x="62865" y="1905"/>
                    <a:pt x="66040" y="7620"/>
                  </a:cubicBezTo>
                  <a:lnTo>
                    <a:pt x="167640" y="204470"/>
                  </a:lnTo>
                  <a:lnTo>
                    <a:pt x="168910" y="204470"/>
                  </a:lnTo>
                  <a:lnTo>
                    <a:pt x="16891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6B4ADB-ACB7-33A2-61FB-A528709EDC4D}"/>
                </a:ext>
              </a:extLst>
            </p:cNvPr>
            <p:cNvSpPr/>
            <p:nvPr/>
          </p:nvSpPr>
          <p:spPr>
            <a:xfrm>
              <a:off x="10415905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06C44DC-AE7F-0BEF-1475-630E14AC4995}"/>
                </a:ext>
              </a:extLst>
            </p:cNvPr>
            <p:cNvSpPr/>
            <p:nvPr/>
          </p:nvSpPr>
          <p:spPr>
            <a:xfrm>
              <a:off x="10520680" y="597534"/>
              <a:ext cx="220344" cy="224790"/>
            </a:xfrm>
            <a:custGeom>
              <a:avLst/>
              <a:gdLst>
                <a:gd name="connsiteX0" fmla="*/ 0 w 220344"/>
                <a:gd name="connsiteY0" fmla="*/ 17780 h 224790"/>
                <a:gd name="connsiteX1" fmla="*/ 0 w 220344"/>
                <a:gd name="connsiteY1" fmla="*/ 0 h 224790"/>
                <a:gd name="connsiteX2" fmla="*/ 79375 w 220344"/>
                <a:gd name="connsiteY2" fmla="*/ 0 h 224790"/>
                <a:gd name="connsiteX3" fmla="*/ 79375 w 220344"/>
                <a:gd name="connsiteY3" fmla="*/ 17780 h 224790"/>
                <a:gd name="connsiteX4" fmla="*/ 48895 w 220344"/>
                <a:gd name="connsiteY4" fmla="*/ 17780 h 224790"/>
                <a:gd name="connsiteX5" fmla="*/ 107314 w 220344"/>
                <a:gd name="connsiteY5" fmla="*/ 205740 h 224790"/>
                <a:gd name="connsiteX6" fmla="*/ 113664 w 220344"/>
                <a:gd name="connsiteY6" fmla="*/ 205740 h 224790"/>
                <a:gd name="connsiteX7" fmla="*/ 172085 w 220344"/>
                <a:gd name="connsiteY7" fmla="*/ 17780 h 224790"/>
                <a:gd name="connsiteX8" fmla="*/ 142239 w 220344"/>
                <a:gd name="connsiteY8" fmla="*/ 17780 h 224790"/>
                <a:gd name="connsiteX9" fmla="*/ 142239 w 220344"/>
                <a:gd name="connsiteY9" fmla="*/ 0 h 224790"/>
                <a:gd name="connsiteX10" fmla="*/ 220345 w 220344"/>
                <a:gd name="connsiteY10" fmla="*/ 0 h 224790"/>
                <a:gd name="connsiteX11" fmla="*/ 220345 w 220344"/>
                <a:gd name="connsiteY11" fmla="*/ 17780 h 224790"/>
                <a:gd name="connsiteX12" fmla="*/ 191770 w 220344"/>
                <a:gd name="connsiteY12" fmla="*/ 17780 h 224790"/>
                <a:gd name="connsiteX13" fmla="*/ 127000 w 220344"/>
                <a:gd name="connsiteY13" fmla="*/ 215900 h 224790"/>
                <a:gd name="connsiteX14" fmla="*/ 114300 w 220344"/>
                <a:gd name="connsiteY14" fmla="*/ 224790 h 224790"/>
                <a:gd name="connsiteX15" fmla="*/ 105410 w 220344"/>
                <a:gd name="connsiteY15" fmla="*/ 224790 h 224790"/>
                <a:gd name="connsiteX16" fmla="*/ 92710 w 220344"/>
                <a:gd name="connsiteY16" fmla="*/ 215900 h 224790"/>
                <a:gd name="connsiteX17" fmla="*/ 28575 w 220344"/>
                <a:gd name="connsiteY17" fmla="*/ 17780 h 224790"/>
                <a:gd name="connsiteX18" fmla="*/ 0 w 220344"/>
                <a:gd name="connsiteY18" fmla="*/ 17780 h 22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0344" h="224790">
                  <a:moveTo>
                    <a:pt x="0" y="17780"/>
                  </a:moveTo>
                  <a:lnTo>
                    <a:pt x="0" y="0"/>
                  </a:lnTo>
                  <a:lnTo>
                    <a:pt x="79375" y="0"/>
                  </a:lnTo>
                  <a:lnTo>
                    <a:pt x="79375" y="17780"/>
                  </a:lnTo>
                  <a:lnTo>
                    <a:pt x="48895" y="17780"/>
                  </a:lnTo>
                  <a:lnTo>
                    <a:pt x="107314" y="205740"/>
                  </a:lnTo>
                  <a:lnTo>
                    <a:pt x="113664" y="205740"/>
                  </a:lnTo>
                  <a:lnTo>
                    <a:pt x="172085" y="17780"/>
                  </a:lnTo>
                  <a:lnTo>
                    <a:pt x="142239" y="17780"/>
                  </a:lnTo>
                  <a:lnTo>
                    <a:pt x="142239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91770" y="17780"/>
                  </a:lnTo>
                  <a:lnTo>
                    <a:pt x="127000" y="215900"/>
                  </a:lnTo>
                  <a:cubicBezTo>
                    <a:pt x="124460" y="224155"/>
                    <a:pt x="123189" y="224790"/>
                    <a:pt x="114300" y="224790"/>
                  </a:cubicBezTo>
                  <a:lnTo>
                    <a:pt x="105410" y="224790"/>
                  </a:lnTo>
                  <a:cubicBezTo>
                    <a:pt x="97155" y="224790"/>
                    <a:pt x="94614" y="222885"/>
                    <a:pt x="92710" y="215900"/>
                  </a:cubicBezTo>
                  <a:lnTo>
                    <a:pt x="28575" y="17780"/>
                  </a:lnTo>
                  <a:lnTo>
                    <a:pt x="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783D55E-CE39-9B5C-4938-2444863AC790}"/>
                </a:ext>
              </a:extLst>
            </p:cNvPr>
            <p:cNvSpPr/>
            <p:nvPr/>
          </p:nvSpPr>
          <p:spPr>
            <a:xfrm>
              <a:off x="10762615" y="597534"/>
              <a:ext cx="169544" cy="222884"/>
            </a:xfrm>
            <a:custGeom>
              <a:avLst/>
              <a:gdLst>
                <a:gd name="connsiteX0" fmla="*/ 0 w 169544"/>
                <a:gd name="connsiteY0" fmla="*/ 0 h 222884"/>
                <a:gd name="connsiteX1" fmla="*/ 0 w 169544"/>
                <a:gd name="connsiteY1" fmla="*/ 17780 h 222884"/>
                <a:gd name="connsiteX2" fmla="*/ 30480 w 169544"/>
                <a:gd name="connsiteY2" fmla="*/ 17780 h 222884"/>
                <a:gd name="connsiteX3" fmla="*/ 30480 w 169544"/>
                <a:gd name="connsiteY3" fmla="*/ 205105 h 222884"/>
                <a:gd name="connsiteX4" fmla="*/ 0 w 169544"/>
                <a:gd name="connsiteY4" fmla="*/ 205105 h 222884"/>
                <a:gd name="connsiteX5" fmla="*/ 0 w 169544"/>
                <a:gd name="connsiteY5" fmla="*/ 222885 h 222884"/>
                <a:gd name="connsiteX6" fmla="*/ 169545 w 169544"/>
                <a:gd name="connsiteY6" fmla="*/ 222885 h 222884"/>
                <a:gd name="connsiteX7" fmla="*/ 169545 w 169544"/>
                <a:gd name="connsiteY7" fmla="*/ 175895 h 222884"/>
                <a:gd name="connsiteX8" fmla="*/ 152400 w 169544"/>
                <a:gd name="connsiteY8" fmla="*/ 175895 h 222884"/>
                <a:gd name="connsiteX9" fmla="*/ 152400 w 169544"/>
                <a:gd name="connsiteY9" fmla="*/ 205105 h 222884"/>
                <a:gd name="connsiteX10" fmla="*/ 48260 w 169544"/>
                <a:gd name="connsiteY10" fmla="*/ 205105 h 222884"/>
                <a:gd name="connsiteX11" fmla="*/ 48260 w 169544"/>
                <a:gd name="connsiteY11" fmla="*/ 116205 h 222884"/>
                <a:gd name="connsiteX12" fmla="*/ 126365 w 169544"/>
                <a:gd name="connsiteY12" fmla="*/ 116205 h 222884"/>
                <a:gd name="connsiteX13" fmla="*/ 126365 w 169544"/>
                <a:gd name="connsiteY13" fmla="*/ 98425 h 222884"/>
                <a:gd name="connsiteX14" fmla="*/ 48260 w 169544"/>
                <a:gd name="connsiteY14" fmla="*/ 98425 h 222884"/>
                <a:gd name="connsiteX15" fmla="*/ 48260 w 169544"/>
                <a:gd name="connsiteY15" fmla="*/ 17780 h 222884"/>
                <a:gd name="connsiteX16" fmla="*/ 152400 w 169544"/>
                <a:gd name="connsiteY16" fmla="*/ 17780 h 222884"/>
                <a:gd name="connsiteX17" fmla="*/ 152400 w 169544"/>
                <a:gd name="connsiteY17" fmla="*/ 46355 h 222884"/>
                <a:gd name="connsiteX18" fmla="*/ 169545 w 169544"/>
                <a:gd name="connsiteY18" fmla="*/ 46355 h 222884"/>
                <a:gd name="connsiteX19" fmla="*/ 169545 w 169544"/>
                <a:gd name="connsiteY19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9544" h="222884">
                  <a:moveTo>
                    <a:pt x="0" y="0"/>
                  </a:moveTo>
                  <a:lnTo>
                    <a:pt x="0" y="17780"/>
                  </a:lnTo>
                  <a:lnTo>
                    <a:pt x="30480" y="17780"/>
                  </a:lnTo>
                  <a:lnTo>
                    <a:pt x="3048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169545" y="222885"/>
                  </a:lnTo>
                  <a:lnTo>
                    <a:pt x="169545" y="175895"/>
                  </a:lnTo>
                  <a:lnTo>
                    <a:pt x="152400" y="175895"/>
                  </a:lnTo>
                  <a:lnTo>
                    <a:pt x="152400" y="205105"/>
                  </a:lnTo>
                  <a:lnTo>
                    <a:pt x="48260" y="205105"/>
                  </a:lnTo>
                  <a:lnTo>
                    <a:pt x="48260" y="116205"/>
                  </a:lnTo>
                  <a:lnTo>
                    <a:pt x="126365" y="116205"/>
                  </a:lnTo>
                  <a:lnTo>
                    <a:pt x="126365" y="98425"/>
                  </a:lnTo>
                  <a:lnTo>
                    <a:pt x="48260" y="98425"/>
                  </a:lnTo>
                  <a:lnTo>
                    <a:pt x="48260" y="17780"/>
                  </a:lnTo>
                  <a:lnTo>
                    <a:pt x="152400" y="17780"/>
                  </a:lnTo>
                  <a:lnTo>
                    <a:pt x="152400" y="46355"/>
                  </a:lnTo>
                  <a:lnTo>
                    <a:pt x="169545" y="46355"/>
                  </a:lnTo>
                  <a:lnTo>
                    <a:pt x="16954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C98646F-9866-B4CC-7EC2-699388A8649B}"/>
                </a:ext>
              </a:extLst>
            </p:cNvPr>
            <p:cNvSpPr/>
            <p:nvPr/>
          </p:nvSpPr>
          <p:spPr>
            <a:xfrm>
              <a:off x="10967084" y="597534"/>
              <a:ext cx="203200" cy="223520"/>
            </a:xfrm>
            <a:custGeom>
              <a:avLst/>
              <a:gdLst>
                <a:gd name="connsiteX0" fmla="*/ 118110 w 203200"/>
                <a:gd name="connsiteY0" fmla="*/ 104775 h 223520"/>
                <a:gd name="connsiteX1" fmla="*/ 141605 w 203200"/>
                <a:gd name="connsiteY1" fmla="*/ 98425 h 223520"/>
                <a:gd name="connsiteX2" fmla="*/ 151765 w 203200"/>
                <a:gd name="connsiteY2" fmla="*/ 60325 h 223520"/>
                <a:gd name="connsiteX3" fmla="*/ 142240 w 203200"/>
                <a:gd name="connsiteY3" fmla="*/ 23495 h 223520"/>
                <a:gd name="connsiteX4" fmla="*/ 118745 w 203200"/>
                <a:gd name="connsiteY4" fmla="*/ 17780 h 223520"/>
                <a:gd name="connsiteX5" fmla="*/ 48260 w 203200"/>
                <a:gd name="connsiteY5" fmla="*/ 17780 h 223520"/>
                <a:gd name="connsiteX6" fmla="*/ 48260 w 203200"/>
                <a:gd name="connsiteY6" fmla="*/ 104775 h 223520"/>
                <a:gd name="connsiteX7" fmla="*/ 118110 w 203200"/>
                <a:gd name="connsiteY7" fmla="*/ 104775 h 223520"/>
                <a:gd name="connsiteX8" fmla="*/ 171450 w 203200"/>
                <a:gd name="connsiteY8" fmla="*/ 205105 h 223520"/>
                <a:gd name="connsiteX9" fmla="*/ 203200 w 203200"/>
                <a:gd name="connsiteY9" fmla="*/ 205105 h 223520"/>
                <a:gd name="connsiteX10" fmla="*/ 203200 w 203200"/>
                <a:gd name="connsiteY10" fmla="*/ 222885 h 223520"/>
                <a:gd name="connsiteX11" fmla="*/ 168910 w 203200"/>
                <a:gd name="connsiteY11" fmla="*/ 222885 h 223520"/>
                <a:gd name="connsiteX12" fmla="*/ 156845 w 203200"/>
                <a:gd name="connsiteY12" fmla="*/ 219710 h 223520"/>
                <a:gd name="connsiteX13" fmla="*/ 150495 w 203200"/>
                <a:gd name="connsiteY13" fmla="*/ 165735 h 223520"/>
                <a:gd name="connsiteX14" fmla="*/ 142240 w 203200"/>
                <a:gd name="connsiteY14" fmla="*/ 128270 h 223520"/>
                <a:gd name="connsiteX15" fmla="*/ 116205 w 203200"/>
                <a:gd name="connsiteY15" fmla="*/ 122555 h 223520"/>
                <a:gd name="connsiteX16" fmla="*/ 47625 w 203200"/>
                <a:gd name="connsiteY16" fmla="*/ 122555 h 223520"/>
                <a:gd name="connsiteX17" fmla="*/ 47625 w 203200"/>
                <a:gd name="connsiteY17" fmla="*/ 205740 h 223520"/>
                <a:gd name="connsiteX18" fmla="*/ 81915 w 203200"/>
                <a:gd name="connsiteY18" fmla="*/ 205740 h 223520"/>
                <a:gd name="connsiteX19" fmla="*/ 81915 w 203200"/>
                <a:gd name="connsiteY19" fmla="*/ 223520 h 223520"/>
                <a:gd name="connsiteX20" fmla="*/ 0 w 203200"/>
                <a:gd name="connsiteY20" fmla="*/ 223520 h 223520"/>
                <a:gd name="connsiteX21" fmla="*/ 0 w 203200"/>
                <a:gd name="connsiteY21" fmla="*/ 205740 h 223520"/>
                <a:gd name="connsiteX22" fmla="*/ 30480 w 203200"/>
                <a:gd name="connsiteY22" fmla="*/ 205740 h 223520"/>
                <a:gd name="connsiteX23" fmla="*/ 30480 w 203200"/>
                <a:gd name="connsiteY23" fmla="*/ 17780 h 223520"/>
                <a:gd name="connsiteX24" fmla="*/ 0 w 203200"/>
                <a:gd name="connsiteY24" fmla="*/ 17780 h 223520"/>
                <a:gd name="connsiteX25" fmla="*/ 0 w 203200"/>
                <a:gd name="connsiteY25" fmla="*/ 0 h 223520"/>
                <a:gd name="connsiteX26" fmla="*/ 123190 w 203200"/>
                <a:gd name="connsiteY26" fmla="*/ 0 h 223520"/>
                <a:gd name="connsiteX27" fmla="*/ 156210 w 203200"/>
                <a:gd name="connsiteY27" fmla="*/ 9525 h 223520"/>
                <a:gd name="connsiteX28" fmla="*/ 170180 w 203200"/>
                <a:gd name="connsiteY28" fmla="*/ 60325 h 223520"/>
                <a:gd name="connsiteX29" fmla="*/ 139700 w 203200"/>
                <a:gd name="connsiteY29" fmla="*/ 114300 h 223520"/>
                <a:gd name="connsiteX30" fmla="*/ 144780 w 203200"/>
                <a:gd name="connsiteY30" fmla="*/ 114935 h 223520"/>
                <a:gd name="connsiteX31" fmla="*/ 170180 w 203200"/>
                <a:gd name="connsiteY31" fmla="*/ 165735 h 223520"/>
                <a:gd name="connsiteX32" fmla="*/ 171450 w 203200"/>
                <a:gd name="connsiteY32" fmla="*/ 205105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3200" h="223520">
                  <a:moveTo>
                    <a:pt x="118110" y="104775"/>
                  </a:moveTo>
                  <a:cubicBezTo>
                    <a:pt x="131445" y="104775"/>
                    <a:pt x="137160" y="102870"/>
                    <a:pt x="141605" y="98425"/>
                  </a:cubicBezTo>
                  <a:cubicBezTo>
                    <a:pt x="146050" y="93980"/>
                    <a:pt x="151765" y="87630"/>
                    <a:pt x="151765" y="60325"/>
                  </a:cubicBezTo>
                  <a:cubicBezTo>
                    <a:pt x="151765" y="33020"/>
                    <a:pt x="147320" y="27940"/>
                    <a:pt x="142240" y="23495"/>
                  </a:cubicBezTo>
                  <a:cubicBezTo>
                    <a:pt x="137795" y="19050"/>
                    <a:pt x="130810" y="17780"/>
                    <a:pt x="118745" y="17780"/>
                  </a:cubicBezTo>
                  <a:lnTo>
                    <a:pt x="48260" y="17780"/>
                  </a:lnTo>
                  <a:lnTo>
                    <a:pt x="48260" y="104775"/>
                  </a:lnTo>
                  <a:lnTo>
                    <a:pt x="118110" y="104775"/>
                  </a:lnTo>
                  <a:close/>
                  <a:moveTo>
                    <a:pt x="171450" y="205105"/>
                  </a:moveTo>
                  <a:lnTo>
                    <a:pt x="203200" y="205105"/>
                  </a:lnTo>
                  <a:lnTo>
                    <a:pt x="203200" y="222885"/>
                  </a:lnTo>
                  <a:lnTo>
                    <a:pt x="168910" y="222885"/>
                  </a:lnTo>
                  <a:cubicBezTo>
                    <a:pt x="162560" y="222885"/>
                    <a:pt x="159385" y="222250"/>
                    <a:pt x="156845" y="219710"/>
                  </a:cubicBezTo>
                  <a:cubicBezTo>
                    <a:pt x="153035" y="215900"/>
                    <a:pt x="151765" y="211455"/>
                    <a:pt x="150495" y="165735"/>
                  </a:cubicBezTo>
                  <a:cubicBezTo>
                    <a:pt x="149860" y="140335"/>
                    <a:pt x="146685" y="132715"/>
                    <a:pt x="142240" y="128270"/>
                  </a:cubicBezTo>
                  <a:cubicBezTo>
                    <a:pt x="137160" y="122555"/>
                    <a:pt x="130175" y="122555"/>
                    <a:pt x="116205" y="122555"/>
                  </a:cubicBezTo>
                  <a:lnTo>
                    <a:pt x="47625" y="122555"/>
                  </a:lnTo>
                  <a:lnTo>
                    <a:pt x="47625" y="205740"/>
                  </a:lnTo>
                  <a:lnTo>
                    <a:pt x="81915" y="205740"/>
                  </a:lnTo>
                  <a:lnTo>
                    <a:pt x="81915" y="223520"/>
                  </a:lnTo>
                  <a:lnTo>
                    <a:pt x="0" y="223520"/>
                  </a:lnTo>
                  <a:lnTo>
                    <a:pt x="0" y="205740"/>
                  </a:lnTo>
                  <a:lnTo>
                    <a:pt x="30480" y="205740"/>
                  </a:ln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123190" y="0"/>
                  </a:lnTo>
                  <a:cubicBezTo>
                    <a:pt x="139700" y="0"/>
                    <a:pt x="149225" y="1905"/>
                    <a:pt x="156210" y="9525"/>
                  </a:cubicBezTo>
                  <a:cubicBezTo>
                    <a:pt x="165100" y="18415"/>
                    <a:pt x="170180" y="28575"/>
                    <a:pt x="170180" y="60325"/>
                  </a:cubicBezTo>
                  <a:cubicBezTo>
                    <a:pt x="170180" y="98425"/>
                    <a:pt x="159385" y="109220"/>
                    <a:pt x="139700" y="114300"/>
                  </a:cubicBezTo>
                  <a:lnTo>
                    <a:pt x="144780" y="114935"/>
                  </a:lnTo>
                  <a:cubicBezTo>
                    <a:pt x="165735" y="119380"/>
                    <a:pt x="168275" y="127635"/>
                    <a:pt x="170180" y="165735"/>
                  </a:cubicBezTo>
                  <a:cubicBezTo>
                    <a:pt x="170180" y="194945"/>
                    <a:pt x="170815" y="197485"/>
                    <a:pt x="171450" y="20510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588690A-6024-D8F5-D5D7-FFDE29F80864}"/>
                </a:ext>
              </a:extLst>
            </p:cNvPr>
            <p:cNvSpPr/>
            <p:nvPr/>
          </p:nvSpPr>
          <p:spPr>
            <a:xfrm>
              <a:off x="11202034" y="597534"/>
              <a:ext cx="158750" cy="222884"/>
            </a:xfrm>
            <a:custGeom>
              <a:avLst/>
              <a:gdLst>
                <a:gd name="connsiteX0" fmla="*/ 145415 w 158750"/>
                <a:gd name="connsiteY0" fmla="*/ 213360 h 222884"/>
                <a:gd name="connsiteX1" fmla="*/ 114300 w 158750"/>
                <a:gd name="connsiteY1" fmla="*/ 222885 h 222884"/>
                <a:gd name="connsiteX2" fmla="*/ 42545 w 158750"/>
                <a:gd name="connsiteY2" fmla="*/ 222885 h 222884"/>
                <a:gd name="connsiteX3" fmla="*/ 11430 w 158750"/>
                <a:gd name="connsiteY3" fmla="*/ 213995 h 222884"/>
                <a:gd name="connsiteX4" fmla="*/ 0 w 158750"/>
                <a:gd name="connsiteY4" fmla="*/ 157480 h 222884"/>
                <a:gd name="connsiteX5" fmla="*/ 17780 w 158750"/>
                <a:gd name="connsiteY5" fmla="*/ 157480 h 222884"/>
                <a:gd name="connsiteX6" fmla="*/ 25400 w 158750"/>
                <a:gd name="connsiteY6" fmla="*/ 198755 h 222884"/>
                <a:gd name="connsiteX7" fmla="*/ 46355 w 158750"/>
                <a:gd name="connsiteY7" fmla="*/ 205105 h 222884"/>
                <a:gd name="connsiteX8" fmla="*/ 113030 w 158750"/>
                <a:gd name="connsiteY8" fmla="*/ 205105 h 222884"/>
                <a:gd name="connsiteX9" fmla="*/ 134620 w 158750"/>
                <a:gd name="connsiteY9" fmla="*/ 198755 h 222884"/>
                <a:gd name="connsiteX10" fmla="*/ 140335 w 158750"/>
                <a:gd name="connsiteY10" fmla="*/ 163830 h 222884"/>
                <a:gd name="connsiteX11" fmla="*/ 135255 w 158750"/>
                <a:gd name="connsiteY11" fmla="*/ 132715 h 222884"/>
                <a:gd name="connsiteX12" fmla="*/ 111125 w 158750"/>
                <a:gd name="connsiteY12" fmla="*/ 125730 h 222884"/>
                <a:gd name="connsiteX13" fmla="*/ 46990 w 158750"/>
                <a:gd name="connsiteY13" fmla="*/ 118110 h 222884"/>
                <a:gd name="connsiteX14" fmla="*/ 13970 w 158750"/>
                <a:gd name="connsiteY14" fmla="*/ 104140 h 222884"/>
                <a:gd name="connsiteX15" fmla="*/ 3810 w 158750"/>
                <a:gd name="connsiteY15" fmla="*/ 58420 h 222884"/>
                <a:gd name="connsiteX16" fmla="*/ 16510 w 158750"/>
                <a:gd name="connsiteY16" fmla="*/ 9525 h 222884"/>
                <a:gd name="connsiteX17" fmla="*/ 47625 w 158750"/>
                <a:gd name="connsiteY17" fmla="*/ 0 h 222884"/>
                <a:gd name="connsiteX18" fmla="*/ 112395 w 158750"/>
                <a:gd name="connsiteY18" fmla="*/ 0 h 222884"/>
                <a:gd name="connsiteX19" fmla="*/ 143510 w 158750"/>
                <a:gd name="connsiteY19" fmla="*/ 8890 h 222884"/>
                <a:gd name="connsiteX20" fmla="*/ 154940 w 158750"/>
                <a:gd name="connsiteY20" fmla="*/ 62865 h 222884"/>
                <a:gd name="connsiteX21" fmla="*/ 137160 w 158750"/>
                <a:gd name="connsiteY21" fmla="*/ 62865 h 222884"/>
                <a:gd name="connsiteX22" fmla="*/ 129540 w 158750"/>
                <a:gd name="connsiteY22" fmla="*/ 23495 h 222884"/>
                <a:gd name="connsiteX23" fmla="*/ 108585 w 158750"/>
                <a:gd name="connsiteY23" fmla="*/ 17145 h 222884"/>
                <a:gd name="connsiteX24" fmla="*/ 51435 w 158750"/>
                <a:gd name="connsiteY24" fmla="*/ 17145 h 222884"/>
                <a:gd name="connsiteX25" fmla="*/ 29845 w 158750"/>
                <a:gd name="connsiteY25" fmla="*/ 23495 h 222884"/>
                <a:gd name="connsiteX26" fmla="*/ 22225 w 158750"/>
                <a:gd name="connsiteY26" fmla="*/ 57785 h 222884"/>
                <a:gd name="connsiteX27" fmla="*/ 29210 w 158750"/>
                <a:gd name="connsiteY27" fmla="*/ 92075 h 222884"/>
                <a:gd name="connsiteX28" fmla="*/ 53340 w 158750"/>
                <a:gd name="connsiteY28" fmla="*/ 99060 h 222884"/>
                <a:gd name="connsiteX29" fmla="*/ 115570 w 158750"/>
                <a:gd name="connsiteY29" fmla="*/ 105410 h 222884"/>
                <a:gd name="connsiteX30" fmla="*/ 148590 w 158750"/>
                <a:gd name="connsiteY30" fmla="*/ 116205 h 222884"/>
                <a:gd name="connsiteX31" fmla="*/ 158750 w 158750"/>
                <a:gd name="connsiteY31" fmla="*/ 163830 h 222884"/>
                <a:gd name="connsiteX32" fmla="*/ 145415 w 158750"/>
                <a:gd name="connsiteY32" fmla="*/ 21336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8750" h="222884">
                  <a:moveTo>
                    <a:pt x="145415" y="213360"/>
                  </a:moveTo>
                  <a:cubicBezTo>
                    <a:pt x="139700" y="219710"/>
                    <a:pt x="130810" y="222885"/>
                    <a:pt x="114300" y="222885"/>
                  </a:cubicBezTo>
                  <a:lnTo>
                    <a:pt x="42545" y="222885"/>
                  </a:lnTo>
                  <a:cubicBezTo>
                    <a:pt x="26670" y="222885"/>
                    <a:pt x="17780" y="220345"/>
                    <a:pt x="11430" y="213995"/>
                  </a:cubicBezTo>
                  <a:cubicBezTo>
                    <a:pt x="3175" y="205740"/>
                    <a:pt x="0" y="198120"/>
                    <a:pt x="0" y="157480"/>
                  </a:cubicBezTo>
                  <a:lnTo>
                    <a:pt x="17780" y="157480"/>
                  </a:lnTo>
                  <a:cubicBezTo>
                    <a:pt x="18415" y="191770"/>
                    <a:pt x="20320" y="193675"/>
                    <a:pt x="25400" y="198755"/>
                  </a:cubicBezTo>
                  <a:cubicBezTo>
                    <a:pt x="29845" y="203200"/>
                    <a:pt x="35560" y="205105"/>
                    <a:pt x="46355" y="205105"/>
                  </a:cubicBezTo>
                  <a:lnTo>
                    <a:pt x="113030" y="205105"/>
                  </a:lnTo>
                  <a:cubicBezTo>
                    <a:pt x="124460" y="205105"/>
                    <a:pt x="130175" y="203200"/>
                    <a:pt x="134620" y="198755"/>
                  </a:cubicBezTo>
                  <a:cubicBezTo>
                    <a:pt x="140335" y="193675"/>
                    <a:pt x="140335" y="187325"/>
                    <a:pt x="140335" y="163830"/>
                  </a:cubicBezTo>
                  <a:cubicBezTo>
                    <a:pt x="140335" y="139700"/>
                    <a:pt x="140970" y="138430"/>
                    <a:pt x="135255" y="132715"/>
                  </a:cubicBezTo>
                  <a:cubicBezTo>
                    <a:pt x="130810" y="128270"/>
                    <a:pt x="126365" y="127635"/>
                    <a:pt x="111125" y="125730"/>
                  </a:cubicBezTo>
                  <a:lnTo>
                    <a:pt x="46990" y="118110"/>
                  </a:lnTo>
                  <a:cubicBezTo>
                    <a:pt x="27305" y="116205"/>
                    <a:pt x="19050" y="109855"/>
                    <a:pt x="13970" y="104140"/>
                  </a:cubicBezTo>
                  <a:cubicBezTo>
                    <a:pt x="6985" y="97155"/>
                    <a:pt x="3810" y="86995"/>
                    <a:pt x="3810" y="58420"/>
                  </a:cubicBezTo>
                  <a:cubicBezTo>
                    <a:pt x="3810" y="32385"/>
                    <a:pt x="7620" y="18415"/>
                    <a:pt x="16510" y="9525"/>
                  </a:cubicBezTo>
                  <a:cubicBezTo>
                    <a:pt x="22860" y="3810"/>
                    <a:pt x="31115" y="0"/>
                    <a:pt x="47625" y="0"/>
                  </a:cubicBezTo>
                  <a:lnTo>
                    <a:pt x="112395" y="0"/>
                  </a:lnTo>
                  <a:cubicBezTo>
                    <a:pt x="128270" y="0"/>
                    <a:pt x="137160" y="2540"/>
                    <a:pt x="143510" y="8890"/>
                  </a:cubicBezTo>
                  <a:cubicBezTo>
                    <a:pt x="152400" y="17780"/>
                    <a:pt x="154940" y="26670"/>
                    <a:pt x="154940" y="62865"/>
                  </a:cubicBezTo>
                  <a:lnTo>
                    <a:pt x="137160" y="62865"/>
                  </a:lnTo>
                  <a:cubicBezTo>
                    <a:pt x="136525" y="32385"/>
                    <a:pt x="135255" y="28575"/>
                    <a:pt x="129540" y="23495"/>
                  </a:cubicBezTo>
                  <a:cubicBezTo>
                    <a:pt x="125095" y="19050"/>
                    <a:pt x="119380" y="17145"/>
                    <a:pt x="108585" y="17145"/>
                  </a:cubicBezTo>
                  <a:lnTo>
                    <a:pt x="51435" y="17145"/>
                  </a:lnTo>
                  <a:cubicBezTo>
                    <a:pt x="40005" y="17145"/>
                    <a:pt x="34290" y="19050"/>
                    <a:pt x="29845" y="23495"/>
                  </a:cubicBezTo>
                  <a:cubicBezTo>
                    <a:pt x="24130" y="29210"/>
                    <a:pt x="22225" y="36830"/>
                    <a:pt x="22225" y="57785"/>
                  </a:cubicBezTo>
                  <a:cubicBezTo>
                    <a:pt x="22225" y="81280"/>
                    <a:pt x="24130" y="86995"/>
                    <a:pt x="29210" y="92075"/>
                  </a:cubicBezTo>
                  <a:cubicBezTo>
                    <a:pt x="33655" y="95885"/>
                    <a:pt x="38735" y="97155"/>
                    <a:pt x="53340" y="99060"/>
                  </a:cubicBezTo>
                  <a:lnTo>
                    <a:pt x="115570" y="105410"/>
                  </a:lnTo>
                  <a:cubicBezTo>
                    <a:pt x="133985" y="107315"/>
                    <a:pt x="142875" y="110490"/>
                    <a:pt x="148590" y="116205"/>
                  </a:cubicBezTo>
                  <a:cubicBezTo>
                    <a:pt x="155575" y="123825"/>
                    <a:pt x="158750" y="134620"/>
                    <a:pt x="158750" y="163830"/>
                  </a:cubicBezTo>
                  <a:cubicBezTo>
                    <a:pt x="158750" y="193040"/>
                    <a:pt x="154305" y="204470"/>
                    <a:pt x="145415" y="21336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DA94C19-568D-CFCE-D45E-91A47A914D72}"/>
                </a:ext>
              </a:extLst>
            </p:cNvPr>
            <p:cNvSpPr/>
            <p:nvPr/>
          </p:nvSpPr>
          <p:spPr>
            <a:xfrm>
              <a:off x="11722734" y="597534"/>
              <a:ext cx="209550" cy="222884"/>
            </a:xfrm>
            <a:custGeom>
              <a:avLst/>
              <a:gdLst>
                <a:gd name="connsiteX0" fmla="*/ 132715 w 209550"/>
                <a:gd name="connsiteY0" fmla="*/ 0 h 222884"/>
                <a:gd name="connsiteX1" fmla="*/ 132715 w 209550"/>
                <a:gd name="connsiteY1" fmla="*/ 17780 h 222884"/>
                <a:gd name="connsiteX2" fmla="*/ 164465 w 209550"/>
                <a:gd name="connsiteY2" fmla="*/ 17780 h 222884"/>
                <a:gd name="connsiteX3" fmla="*/ 106045 w 209550"/>
                <a:gd name="connsiteY3" fmla="*/ 113665 h 222884"/>
                <a:gd name="connsiteX4" fmla="*/ 104775 w 209550"/>
                <a:gd name="connsiteY4" fmla="*/ 113665 h 222884"/>
                <a:gd name="connsiteX5" fmla="*/ 46990 w 209550"/>
                <a:gd name="connsiteY5" fmla="*/ 17780 h 222884"/>
                <a:gd name="connsiteX6" fmla="*/ 79375 w 209550"/>
                <a:gd name="connsiteY6" fmla="*/ 17780 h 222884"/>
                <a:gd name="connsiteX7" fmla="*/ 79375 w 209550"/>
                <a:gd name="connsiteY7" fmla="*/ 0 h 222884"/>
                <a:gd name="connsiteX8" fmla="*/ 0 w 209550"/>
                <a:gd name="connsiteY8" fmla="*/ 0 h 222884"/>
                <a:gd name="connsiteX9" fmla="*/ 0 w 209550"/>
                <a:gd name="connsiteY9" fmla="*/ 17780 h 222884"/>
                <a:gd name="connsiteX10" fmla="*/ 25400 w 209550"/>
                <a:gd name="connsiteY10" fmla="*/ 17780 h 222884"/>
                <a:gd name="connsiteX11" fmla="*/ 95885 w 209550"/>
                <a:gd name="connsiteY11" fmla="*/ 128905 h 222884"/>
                <a:gd name="connsiteX12" fmla="*/ 95885 w 209550"/>
                <a:gd name="connsiteY12" fmla="*/ 205105 h 222884"/>
                <a:gd name="connsiteX13" fmla="*/ 62865 w 209550"/>
                <a:gd name="connsiteY13" fmla="*/ 205105 h 222884"/>
                <a:gd name="connsiteX14" fmla="*/ 62865 w 209550"/>
                <a:gd name="connsiteY14" fmla="*/ 222885 h 222884"/>
                <a:gd name="connsiteX15" fmla="*/ 146685 w 209550"/>
                <a:gd name="connsiteY15" fmla="*/ 222885 h 222884"/>
                <a:gd name="connsiteX16" fmla="*/ 146685 w 209550"/>
                <a:gd name="connsiteY16" fmla="*/ 205105 h 222884"/>
                <a:gd name="connsiteX17" fmla="*/ 113665 w 209550"/>
                <a:gd name="connsiteY17" fmla="*/ 205105 h 222884"/>
                <a:gd name="connsiteX18" fmla="*/ 113665 w 209550"/>
                <a:gd name="connsiteY18" fmla="*/ 128270 h 222884"/>
                <a:gd name="connsiteX19" fmla="*/ 183515 w 209550"/>
                <a:gd name="connsiteY19" fmla="*/ 17780 h 222884"/>
                <a:gd name="connsiteX20" fmla="*/ 209550 w 209550"/>
                <a:gd name="connsiteY20" fmla="*/ 17780 h 222884"/>
                <a:gd name="connsiteX21" fmla="*/ 209550 w 209550"/>
                <a:gd name="connsiteY2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9550" h="222884">
                  <a:moveTo>
                    <a:pt x="132715" y="0"/>
                  </a:moveTo>
                  <a:lnTo>
                    <a:pt x="132715" y="17780"/>
                  </a:lnTo>
                  <a:lnTo>
                    <a:pt x="164465" y="17780"/>
                  </a:lnTo>
                  <a:lnTo>
                    <a:pt x="106045" y="113665"/>
                  </a:lnTo>
                  <a:lnTo>
                    <a:pt x="104775" y="113665"/>
                  </a:lnTo>
                  <a:lnTo>
                    <a:pt x="46990" y="17780"/>
                  </a:lnTo>
                  <a:lnTo>
                    <a:pt x="79375" y="17780"/>
                  </a:lnTo>
                  <a:lnTo>
                    <a:pt x="79375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25400" y="17780"/>
                  </a:lnTo>
                  <a:lnTo>
                    <a:pt x="95885" y="128905"/>
                  </a:lnTo>
                  <a:lnTo>
                    <a:pt x="95885" y="205105"/>
                  </a:lnTo>
                  <a:lnTo>
                    <a:pt x="62865" y="205105"/>
                  </a:lnTo>
                  <a:lnTo>
                    <a:pt x="62865" y="222885"/>
                  </a:lnTo>
                  <a:lnTo>
                    <a:pt x="146685" y="222885"/>
                  </a:lnTo>
                  <a:lnTo>
                    <a:pt x="146685" y="205105"/>
                  </a:lnTo>
                  <a:lnTo>
                    <a:pt x="113665" y="205105"/>
                  </a:lnTo>
                  <a:lnTo>
                    <a:pt x="113665" y="128270"/>
                  </a:lnTo>
                  <a:lnTo>
                    <a:pt x="183515" y="17780"/>
                  </a:lnTo>
                  <a:lnTo>
                    <a:pt x="209550" y="17780"/>
                  </a:lnTo>
                  <a:lnTo>
                    <a:pt x="20955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500A81F-8871-D05D-EB07-D9A9F728BD7F}"/>
                </a:ext>
              </a:extLst>
            </p:cNvPr>
            <p:cNvSpPr/>
            <p:nvPr/>
          </p:nvSpPr>
          <p:spPr>
            <a:xfrm>
              <a:off x="11511915" y="597534"/>
              <a:ext cx="183515" cy="222884"/>
            </a:xfrm>
            <a:custGeom>
              <a:avLst/>
              <a:gdLst>
                <a:gd name="connsiteX0" fmla="*/ 0 w 183515"/>
                <a:gd name="connsiteY0" fmla="*/ 0 h 222884"/>
                <a:gd name="connsiteX1" fmla="*/ 0 w 183515"/>
                <a:gd name="connsiteY1" fmla="*/ 59055 h 222884"/>
                <a:gd name="connsiteX2" fmla="*/ 17145 w 183515"/>
                <a:gd name="connsiteY2" fmla="*/ 59055 h 222884"/>
                <a:gd name="connsiteX3" fmla="*/ 17145 w 183515"/>
                <a:gd name="connsiteY3" fmla="*/ 13970 h 222884"/>
                <a:gd name="connsiteX4" fmla="*/ 82550 w 183515"/>
                <a:gd name="connsiteY4" fmla="*/ 13970 h 222884"/>
                <a:gd name="connsiteX5" fmla="*/ 82550 w 183515"/>
                <a:gd name="connsiteY5" fmla="*/ 205105 h 222884"/>
                <a:gd name="connsiteX6" fmla="*/ 49530 w 183515"/>
                <a:gd name="connsiteY6" fmla="*/ 205105 h 222884"/>
                <a:gd name="connsiteX7" fmla="*/ 49530 w 183515"/>
                <a:gd name="connsiteY7" fmla="*/ 222885 h 222884"/>
                <a:gd name="connsiteX8" fmla="*/ 133350 w 183515"/>
                <a:gd name="connsiteY8" fmla="*/ 222885 h 222884"/>
                <a:gd name="connsiteX9" fmla="*/ 133350 w 183515"/>
                <a:gd name="connsiteY9" fmla="*/ 205105 h 222884"/>
                <a:gd name="connsiteX10" fmla="*/ 100330 w 183515"/>
                <a:gd name="connsiteY10" fmla="*/ 205105 h 222884"/>
                <a:gd name="connsiteX11" fmla="*/ 100330 w 183515"/>
                <a:gd name="connsiteY11" fmla="*/ 13970 h 222884"/>
                <a:gd name="connsiteX12" fmla="*/ 165735 w 183515"/>
                <a:gd name="connsiteY12" fmla="*/ 13970 h 222884"/>
                <a:gd name="connsiteX13" fmla="*/ 165735 w 183515"/>
                <a:gd name="connsiteY13" fmla="*/ 59055 h 222884"/>
                <a:gd name="connsiteX14" fmla="*/ 183515 w 183515"/>
                <a:gd name="connsiteY14" fmla="*/ 59055 h 222884"/>
                <a:gd name="connsiteX15" fmla="*/ 183515 w 183515"/>
                <a:gd name="connsiteY15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3515" h="222884">
                  <a:moveTo>
                    <a:pt x="0" y="0"/>
                  </a:moveTo>
                  <a:lnTo>
                    <a:pt x="0" y="59055"/>
                  </a:lnTo>
                  <a:lnTo>
                    <a:pt x="17145" y="59055"/>
                  </a:lnTo>
                  <a:lnTo>
                    <a:pt x="17145" y="13970"/>
                  </a:lnTo>
                  <a:lnTo>
                    <a:pt x="82550" y="13970"/>
                  </a:lnTo>
                  <a:lnTo>
                    <a:pt x="82550" y="205105"/>
                  </a:lnTo>
                  <a:lnTo>
                    <a:pt x="49530" y="205105"/>
                  </a:lnTo>
                  <a:lnTo>
                    <a:pt x="49530" y="222885"/>
                  </a:lnTo>
                  <a:lnTo>
                    <a:pt x="133350" y="222885"/>
                  </a:lnTo>
                  <a:lnTo>
                    <a:pt x="133350" y="205105"/>
                  </a:lnTo>
                  <a:lnTo>
                    <a:pt x="100330" y="205105"/>
                  </a:lnTo>
                  <a:lnTo>
                    <a:pt x="100330" y="13970"/>
                  </a:lnTo>
                  <a:lnTo>
                    <a:pt x="165735" y="13970"/>
                  </a:lnTo>
                  <a:lnTo>
                    <a:pt x="165735" y="59055"/>
                  </a:lnTo>
                  <a:lnTo>
                    <a:pt x="183515" y="59055"/>
                  </a:lnTo>
                  <a:lnTo>
                    <a:pt x="18351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CF0E74F-CD9B-1F1A-D0B8-878DC22A3564}"/>
                </a:ext>
              </a:extLst>
            </p:cNvPr>
            <p:cNvSpPr/>
            <p:nvPr/>
          </p:nvSpPr>
          <p:spPr>
            <a:xfrm>
              <a:off x="11396980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BD8A4C25-0C7A-6F2E-4A71-EEE4F03442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0"/>
            <a:ext cx="6767513" cy="359523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1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1D88D8-3725-51F3-D619-DD8C883C8CB5}"/>
              </a:ext>
            </a:extLst>
          </p:cNvPr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3" name="Flowchart: Manual Input 5">
              <a:extLst>
                <a:ext uri="{FF2B5EF4-FFF2-40B4-BE49-F238E27FC236}">
                  <a16:creationId xmlns:a16="http://schemas.microsoft.com/office/drawing/2014/main" id="{E1DD5643-72F7-2C62-9E52-E87D35AC1423}"/>
                </a:ext>
              </a:extLst>
            </p:cNvPr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4" name="Flowchart: Manual Input 5">
              <a:extLst>
                <a:ext uri="{FF2B5EF4-FFF2-40B4-BE49-F238E27FC236}">
                  <a16:creationId xmlns:a16="http://schemas.microsoft.com/office/drawing/2014/main" id="{7ECA5FF2-33F3-E5B7-EEA5-E90776891CB3}"/>
                </a:ext>
              </a:extLst>
            </p:cNvPr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85089" y="2567923"/>
            <a:ext cx="8421823" cy="1750095"/>
          </a:xfrm>
          <a:prstGeom prst="rect">
            <a:avLst/>
          </a:prstGeom>
        </p:spPr>
        <p:txBody>
          <a:bodyPr anchor="ctr"/>
          <a:lstStyle>
            <a:lvl1pPr algn="l">
              <a:defRPr sz="4000" spc="0" baseline="0">
                <a:solidFill>
                  <a:schemeClr val="bg1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718142" y="4573513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543BDF2-E0E6-5E5C-4F84-ACDDB870014D}"/>
              </a:ext>
            </a:extLst>
          </p:cNvPr>
          <p:cNvCxnSpPr>
            <a:cxnSpLocks/>
          </p:cNvCxnSpPr>
          <p:nvPr userDrawn="1"/>
        </p:nvCxnSpPr>
        <p:spPr>
          <a:xfrm>
            <a:off x="702557" y="6096000"/>
            <a:ext cx="1082065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AF19D97-882F-FB7A-0C06-25D4E96E7034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race.reva.edu.in	</a:t>
            </a:r>
            <a:r>
              <a:rPr lang="en-IN" sz="1600" dirty="0">
                <a:solidFill>
                  <a:schemeClr val="tx1"/>
                </a:solidFill>
              </a:rPr>
              <a:t>				              REVA Academy for Corporate Excellence - RACE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25148E42-2F52-4CFF-1668-E99410C22286}"/>
              </a:ext>
            </a:extLst>
          </p:cNvPr>
          <p:cNvGrpSpPr>
            <a:grpSpLocks noChangeAspect="1"/>
          </p:cNvGrpSpPr>
          <p:nvPr/>
        </p:nvGrpSpPr>
        <p:grpSpPr>
          <a:xfrm>
            <a:off x="9606693" y="280241"/>
            <a:ext cx="2262122" cy="630000"/>
            <a:chOff x="1355725" y="1600200"/>
            <a:chExt cx="9480550" cy="264032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E2723F-0E9C-6C66-257E-1D97067E2A38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322243-FF8F-48EB-BBB3-C0EF03325C2D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37BBF4D-7810-C3E8-A914-A2FA8C691931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C9C8CD2-224E-A81F-8BC9-D6A0E2ABC317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18DD20-800B-054C-0E2B-34631F41CB33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5D58D8D-5D50-FCEC-CE6E-E2FB5437A77C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E931E3-E173-BA96-6B0F-4C3BEED36C03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BEF4DB-A04B-3C26-201B-8228541EEFDD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65AA67F-7B3E-86C6-DB50-DD9F30692DB7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8CE4CF-8F12-B0EC-F8AD-81446E914E1E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D02B8A-CD71-F3DA-8333-ED5D83939CE6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C146D5-CF6B-08C8-CEB2-DCE388F16B63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17DC3CA-3A94-5CFE-FAC9-A0074E18189F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362429D-060C-010E-BB13-A5A1BD820B6F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9B2A9-2619-1806-ECEB-8D6243BEE862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68025FD-12ED-5B68-031D-8E95A943AFF6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F438F60-798B-C5E3-6499-10CF847D9E02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2E9A295-CBB8-11FB-F20B-91E0ABAF5D9C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A0F764-7E07-16BA-1160-5A1ABCE8A32D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91C3C25-1F40-18A3-6055-38492B515274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A924BC1-3B6B-997C-35D2-D32C3B3D0722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D900F4-C05D-0641-33CF-5AA16A19185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2D0374A-3D39-AF2E-5813-F6889C7F2B88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C8F10F-E6B1-7180-77DB-08F163604ACC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0" name="Graphic 98">
            <a:extLst>
              <a:ext uri="{FF2B5EF4-FFF2-40B4-BE49-F238E27FC236}">
                <a16:creationId xmlns:a16="http://schemas.microsoft.com/office/drawing/2014/main" id="{E88B4AB8-14B3-352F-9F15-10B1C9CAFA82}"/>
              </a:ext>
            </a:extLst>
          </p:cNvPr>
          <p:cNvGrpSpPr/>
          <p:nvPr/>
        </p:nvGrpSpPr>
        <p:grpSpPr>
          <a:xfrm>
            <a:off x="454940" y="394938"/>
            <a:ext cx="1772792" cy="724189"/>
            <a:chOff x="1390650" y="1506854"/>
            <a:chExt cx="9410700" cy="3844289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75F21D1-FBBD-2150-93FA-B8D729FDC232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849518-8E74-D6C0-B3A9-071355E88D3B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03" name="Graphic 98">
              <a:extLst>
                <a:ext uri="{FF2B5EF4-FFF2-40B4-BE49-F238E27FC236}">
                  <a16:creationId xmlns:a16="http://schemas.microsoft.com/office/drawing/2014/main" id="{5214A383-5648-74DF-FFBA-4526BB78EE4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solidFill>
              <a:srgbClr val="585860"/>
            </a:solidFill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22D6791-5A4F-6F10-A91B-3BC2A22B9169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EF63B45-D64D-2A34-4974-9618ACF953D7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B0D53A7-06CA-4CCF-CF16-00816D0F78E8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D292A29-1923-B09E-EEEF-6D878D657B8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04FBA31-C354-2BA5-F79A-03A2AC38B3AE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9" name="Graphic 98">
              <a:extLst>
                <a:ext uri="{FF2B5EF4-FFF2-40B4-BE49-F238E27FC236}">
                  <a16:creationId xmlns:a16="http://schemas.microsoft.com/office/drawing/2014/main" id="{A8988270-B9C5-3505-8515-0FADEFD6B80D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solidFill>
              <a:srgbClr val="585860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A2AA6AC-E71A-3552-2994-3F6D0AC9A268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A1583F81-A4E2-9AD6-E148-64A5D844A571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58AD3A-2C2C-18CF-D0A9-A927F34B8503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2F8B70D0-1245-AC84-B989-08A5AFC282D6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E78DD60-1228-4539-95B6-4286A89581DF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02D2937-CA79-69F6-3C23-9BE5642751C6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7B9BA46-4275-D0CE-0A62-EE85D9AE052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611C09D9-CF96-FD45-CCE8-424D9A77F33E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9BA51F7F-A658-EAD6-2233-A6C3C35A7291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B94E79A-91DD-FE5D-0A8F-855431CB40BF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67FB3B30-BC1D-6633-73B0-0CE4349091DF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B9496E0-4175-406F-014F-3CA42D56B3D3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D088D81A-1B50-CCDD-EC74-B7BF560AE388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C72A03C3-8D30-9B23-01E6-8A6AF379C962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317D178-997B-147A-55B9-8973E668F574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12BAC12A-1D06-EF41-1BFA-51B952A8AF92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FFBF9C4E-F3D7-CD8A-88DC-AD67D3E04DF5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EE79E87-1F47-1544-A4E6-EE256E75770F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42D2094-FC3C-6C04-CEFE-5F9B91EE37E8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009E7E0-91C4-3FE6-6A56-81EDDC8A2CC9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F01F745C-AB0F-FC2D-44EA-221EA143BF7E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5B28EE32-CDF8-4A52-C34A-82A6F8FC4C4B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18EDB83-7B66-44A5-CB45-5A320BC1569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5" name="Graphic 98">
              <a:extLst>
                <a:ext uri="{FF2B5EF4-FFF2-40B4-BE49-F238E27FC236}">
                  <a16:creationId xmlns:a16="http://schemas.microsoft.com/office/drawing/2014/main" id="{AC78C1A4-6919-1096-D5B7-AEB718DFCAF9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solidFill>
              <a:srgbClr val="E27F26"/>
            </a:solidFill>
          </p:grpSpPr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183DA911-CE09-15C1-FBDB-B9832F8EDB97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25B6801-A695-44E4-2B10-8E535E561DA2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8" name="Graphic 98">
              <a:extLst>
                <a:ext uri="{FF2B5EF4-FFF2-40B4-BE49-F238E27FC236}">
                  <a16:creationId xmlns:a16="http://schemas.microsoft.com/office/drawing/2014/main" id="{EEF38C6C-A7F8-E886-4646-89E62810E840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solidFill>
              <a:srgbClr val="585860"/>
            </a:solidFill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F24E5E8-742F-F454-E5B8-0E59D00F60E4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47D8C28-FC03-7412-2139-E25AB3CCC4FB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63F3565-11E5-012C-BD6A-80E1382B97E5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66E70A2D-883B-D1DE-92E4-36097C5A7EC8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60DD290-0563-D755-03DB-EE8983AFC831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89BB4B0E-A13F-C6F0-1C26-33710447C362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A8CE5E34-BE4E-A3B1-7230-D3BBB774728C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F0F7C417-7B4D-2135-B3A9-049ADB63CD81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DACCA05-899A-8611-D5B7-EE3CDAE4BBD8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AF5421C-FEE6-6B50-7DE5-DC195E9A1924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876BB0F-B294-8362-44D2-B7352175E413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71614F9B-AFBD-F068-D764-A09C86B31F49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2667812-B1A7-5D70-F458-A216DEE555B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6156AA4-A410-A6C5-6A95-618EE9C0010A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2A3B61AA-6A0E-89C5-5DCE-316BF657FD18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69689F1-EF52-02D8-CC45-49C3CDEFC2FC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A8B6CA8C-1369-4D3B-4902-4B85E77882CF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C1660CF-4EAB-F69A-C3EF-6B8E3BB9A2F6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0F320441-952F-0FB5-0648-D8FDEF64E161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0F674324-E068-490D-2FB5-F54D6AC8F638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B35DB377-F6E1-BCE3-6CC0-7AC9B125FC1C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C06391A-F371-2F19-8505-ECD6F5BA438E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A37FD7AF-EBFA-5539-A189-77E09F0C2C05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8C76DE2E-436A-EA38-2276-13B093B86F1B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5DCDD76D-DA2A-A7B8-7DC9-6184B564285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1C623B6-59A6-E394-E83D-55223D0E9BB0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5858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9BC368-7588-F49D-59F4-FB49D5E681B8}"/>
              </a:ext>
            </a:extLst>
          </p:cNvPr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265" name="Graphic 5">
            <a:extLst>
              <a:ext uri="{FF2B5EF4-FFF2-40B4-BE49-F238E27FC236}">
                <a16:creationId xmlns:a16="http://schemas.microsoft.com/office/drawing/2014/main" id="{4D0EAC99-D8AC-5DC4-A0DA-687BE240AE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2D7028E-9183-C223-4CC3-19E17D22B709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F475294-777B-B814-1843-B5D18B3BB4EA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79529C8-119A-5522-77A5-F3AB0FB650B8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FCF0E27-5BBC-7FE2-AF84-CD28141C06DE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F21C5BF7-03BD-5DD0-2DEB-9B1CC0BC74B6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6F3BFB9-FA78-008F-E58B-A627E6432CB5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6DED9AC-4865-1127-0CDD-94BF0500C610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D23EB74-7773-B9FC-B4B8-3F8D3ABE6C4F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FCD68B69-B856-F15E-4E4C-0B4EDD63A6BE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4A22C359-CD48-E4BF-645F-EF95FE6A8C26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2E3CE35-C5CA-6A32-2689-D1E12FF412E3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DF25D39-8635-24AC-A5F5-1E53C5C930EE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1DB049D-A052-A588-79BA-1338EAAC49AD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6013886-33A0-8B62-FCF8-E06FCDD56DB2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A80CB7C-26D8-99C8-608C-128F6E236243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2BC6AA5-7BF1-0302-1604-705A996DE0B8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24ADA567-D765-9F59-FCCD-32A1AEE0CFE0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3D34947-CE4A-58AA-E2D1-1EF697C6F815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FE2A1ED-BC19-9419-D8A8-6A721DB9F670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D4D274E-3120-02BE-B537-E1A96524B055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F5F5FA8-6F64-9EBB-4FF3-B728C39A4D43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3D43AEB-038F-33E2-DA0C-B81BB0F72A1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E686EF-3C58-22EB-D507-60FA2AF7198F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1AD9EAA-8592-9986-E1B5-1D73C847B02E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7" name="Graphic 98">
            <a:extLst>
              <a:ext uri="{FF2B5EF4-FFF2-40B4-BE49-F238E27FC236}">
                <a16:creationId xmlns:a16="http://schemas.microsoft.com/office/drawing/2014/main" id="{F88445C9-3B0E-4380-3936-F420B819B3CA}"/>
              </a:ext>
            </a:extLst>
          </p:cNvPr>
          <p:cNvGrpSpPr/>
          <p:nvPr userDrawn="1"/>
        </p:nvGrpSpPr>
        <p:grpSpPr>
          <a:xfrm>
            <a:off x="454940" y="394938"/>
            <a:ext cx="1772792" cy="724189"/>
            <a:chOff x="1390650" y="1506854"/>
            <a:chExt cx="9410700" cy="3844289"/>
          </a:xfrm>
          <a:solidFill>
            <a:schemeClr val="tx1"/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050734A-2B1D-568E-D3C9-EC64D5A5AE59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9ED7419-9B36-8485-62E4-A5BFC9DA9909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0" name="Graphic 98">
              <a:extLst>
                <a:ext uri="{FF2B5EF4-FFF2-40B4-BE49-F238E27FC236}">
                  <a16:creationId xmlns:a16="http://schemas.microsoft.com/office/drawing/2014/main" id="{813778E2-5832-20F3-F3B1-2760E38036C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grpFill/>
          </p:grpSpPr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614658A-E2C3-119E-1685-412C1D7CF658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A94AD64-296B-9CEB-D568-61D5082B2E82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F06F8DBF-9E0E-8A98-F817-D8CBE5CDA519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48AA2A16-A8FE-2A89-6BCD-CD9B6A884D2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826444AE-C487-EA5B-452A-C9896152513F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1" name="Graphic 98">
              <a:extLst>
                <a:ext uri="{FF2B5EF4-FFF2-40B4-BE49-F238E27FC236}">
                  <a16:creationId xmlns:a16="http://schemas.microsoft.com/office/drawing/2014/main" id="{6BE25C65-C45D-5E8F-2849-E82EC9EAD921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grpFill/>
          </p:grpSpPr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0DDBEF77-7113-1894-1E64-15AC76E930E1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EC69001-570A-6552-BBA4-C235459AF330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E208BA7-6237-F787-77A1-46E2979C1272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4433AC0B-8693-9F6A-9B37-37770A3B87F1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F1BBD98-B9A5-5D82-045B-DF06292A6B50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D964CEFA-8CE4-88CA-47BB-DDCCCD0CC53C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E3B15F8E-AB81-B4FE-31C2-9697846BF0C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0C5BBB2F-92C4-C30C-8CEA-C4908CA80040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790E4499-B5F7-D730-49A2-4D48E1E651D2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FD5BDD6-C1EF-B58B-2327-419812E7FF0E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87C01BDC-B141-0C4C-9335-51E500BE28E2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11C0606B-D9AA-B394-08F0-B6E0908FEAB0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DBDE88F-5EA5-62CF-3E65-1651729106A3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5B3ABF3-E95B-2B53-D683-118BF64F83C4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F782C4D6-2631-80EF-D828-5B1085898863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AAE1B-EC51-43B2-6AA4-1C5C5DF8B7A5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1A06935A-7DA8-7BEB-0B5F-47101ACDBA3B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BCDB1A1F-4D28-4AA5-2EA3-AEBA50179AE6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B86C1460-1581-1F49-A83C-31DFC2900B41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CDA8A51E-301B-AA26-0A5B-6A9E4DD6FD9F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143BD4C-C755-9CF8-8403-0493004FD0E6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6106643-2A30-B16A-332F-8C6EF43BEA7A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4D05D40-32CB-CEDD-3361-F3D4FB15AC2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2" name="Graphic 98">
              <a:extLst>
                <a:ext uri="{FF2B5EF4-FFF2-40B4-BE49-F238E27FC236}">
                  <a16:creationId xmlns:a16="http://schemas.microsoft.com/office/drawing/2014/main" id="{9D5EB89E-962C-4754-F917-18C0726A163F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grpFill/>
          </p:grpSpPr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EE734F4-951C-32CB-F270-8DC85C35B9AA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82C88CF3-1EEE-0958-4FDC-B6B725FA3EC1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3" name="Graphic 98">
              <a:extLst>
                <a:ext uri="{FF2B5EF4-FFF2-40B4-BE49-F238E27FC236}">
                  <a16:creationId xmlns:a16="http://schemas.microsoft.com/office/drawing/2014/main" id="{B5467BB1-CEB0-766A-4D5E-959BB77E7B28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grpFill/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D9AFF43-4B32-DF71-F379-84578E8C3FC5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B0A6486-9E27-3A6A-76C6-81E98FC6B76D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8D467B-375E-853B-2B34-B5E069C6A8B1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3D9442E-1EAD-F8AB-1CFC-AE4D3282A8BA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BA717BF9-2F59-AD1D-D37C-CECCAC5EB3EB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7BFD25D-A035-BC9B-6BB8-A8EB7714D844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10373104-BA95-8EAC-32E7-8A680CAAC3F6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3C3AF66-2C99-E2CB-DC78-2918656818E9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E70A8175-3F51-A05C-7174-F693F977B35F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52BC6777-5ADE-2DD9-8B07-7BED5CEAB77D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D570BDDD-1FA7-26FA-814B-E3599CC5E5D9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7F40266C-774B-ACC5-6898-87866B3EEE90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728E99-5D32-6424-A762-248760605FD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13549BB9-AF05-7DBD-A5A4-9AE0CFD097F4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38D94662-D530-8878-4181-1A883FCD13BC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E0DFA55-A27B-1090-7A13-4AC2B85A3976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17B5BE55-98EB-2D73-C726-C21DB8FD24C4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4229BCD9-0D48-1DD1-4FCC-0AAEBE0FF694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E36D0B6D-03D9-A859-AFA6-752FF96B81BC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2058F8D-BA64-3790-BA4E-0B17DECEA027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6C09D2-D8C7-1B5D-661A-8C70F9DF69D7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12A3739-2F42-7591-EE6A-E46A8931D177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8EDB9D8-38C0-9EB8-A59E-887638B4C09C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33578A6E-1222-D6F3-D81B-019D96CA2696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572FADF7-8B52-DAB2-D467-CE06781ACCE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BD8FF54-0F6F-8EC9-FD53-7E28FC34952D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D9A1814C-EC55-715A-78CA-B67296432F73}"/>
              </a:ext>
            </a:extLst>
          </p:cNvPr>
          <p:cNvCxnSpPr>
            <a:cxnSpLocks/>
          </p:cNvCxnSpPr>
          <p:nvPr userDrawn="1"/>
        </p:nvCxnSpPr>
        <p:spPr>
          <a:xfrm>
            <a:off x="685674" y="6096000"/>
            <a:ext cx="10820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TextBox 315">
            <a:extLst>
              <a:ext uri="{FF2B5EF4-FFF2-40B4-BE49-F238E27FC236}">
                <a16:creationId xmlns:a16="http://schemas.microsoft.com/office/drawing/2014/main" id="{66510258-53B4-E866-EAB1-F4CE74CC4126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race.reva.edu.in					              REVA Academy for Corporate Excellence - RACE</a:t>
            </a:r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77C4A32C-DF4F-2577-502B-5E3812E1D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59" y="1612100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87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DDC986-D80E-BB8A-1479-5038E1A1D022}"/>
              </a:ext>
            </a:extLst>
          </p:cNvPr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5268" name="Graphic 5">
            <a:extLst>
              <a:ext uri="{FF2B5EF4-FFF2-40B4-BE49-F238E27FC236}">
                <a16:creationId xmlns:a16="http://schemas.microsoft.com/office/drawing/2014/main" id="{5E876FA1-7454-F57A-4D7A-76E8581109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9264" y="358601"/>
            <a:ext cx="2262122" cy="630000"/>
            <a:chOff x="1355725" y="1600200"/>
            <a:chExt cx="9480550" cy="2640329"/>
          </a:xfrm>
        </p:grpSpPr>
        <p:sp>
          <p:nvSpPr>
            <p:cNvPr id="5269" name="Freeform: Shape 5268">
              <a:extLst>
                <a:ext uri="{FF2B5EF4-FFF2-40B4-BE49-F238E27FC236}">
                  <a16:creationId xmlns:a16="http://schemas.microsoft.com/office/drawing/2014/main" id="{A413CC3B-8319-5CA4-3B3C-1354CEF623A2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0" name="Freeform: Shape 5269">
              <a:extLst>
                <a:ext uri="{FF2B5EF4-FFF2-40B4-BE49-F238E27FC236}">
                  <a16:creationId xmlns:a16="http://schemas.microsoft.com/office/drawing/2014/main" id="{2E6443F4-A154-600E-F89A-B5D6A7D47912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1" name="Freeform: Shape 5270">
              <a:extLst>
                <a:ext uri="{FF2B5EF4-FFF2-40B4-BE49-F238E27FC236}">
                  <a16:creationId xmlns:a16="http://schemas.microsoft.com/office/drawing/2014/main" id="{C1A057EC-EDAF-C06D-2A29-4461C0F33E0C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2" name="Freeform: Shape 5271">
              <a:extLst>
                <a:ext uri="{FF2B5EF4-FFF2-40B4-BE49-F238E27FC236}">
                  <a16:creationId xmlns:a16="http://schemas.microsoft.com/office/drawing/2014/main" id="{153B62CD-76CD-828A-57C7-DED7CC4D62F4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3" name="Freeform: Shape 5272">
              <a:extLst>
                <a:ext uri="{FF2B5EF4-FFF2-40B4-BE49-F238E27FC236}">
                  <a16:creationId xmlns:a16="http://schemas.microsoft.com/office/drawing/2014/main" id="{DC76AB4F-08B0-BE35-EA3B-E9C957F499EE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4" name="Freeform: Shape 5273">
              <a:extLst>
                <a:ext uri="{FF2B5EF4-FFF2-40B4-BE49-F238E27FC236}">
                  <a16:creationId xmlns:a16="http://schemas.microsoft.com/office/drawing/2014/main" id="{EFA7D1B0-F7FE-47CE-50AE-905A84FF12D9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5" name="Freeform: Shape 5274">
              <a:extLst>
                <a:ext uri="{FF2B5EF4-FFF2-40B4-BE49-F238E27FC236}">
                  <a16:creationId xmlns:a16="http://schemas.microsoft.com/office/drawing/2014/main" id="{205D6918-1EA0-96A5-AFF9-4026AA71707C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6" name="Freeform: Shape 5275">
              <a:extLst>
                <a:ext uri="{FF2B5EF4-FFF2-40B4-BE49-F238E27FC236}">
                  <a16:creationId xmlns:a16="http://schemas.microsoft.com/office/drawing/2014/main" id="{8761354B-8D5F-7AB9-1383-56BBD8F6B419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7" name="Freeform: Shape 5276">
              <a:extLst>
                <a:ext uri="{FF2B5EF4-FFF2-40B4-BE49-F238E27FC236}">
                  <a16:creationId xmlns:a16="http://schemas.microsoft.com/office/drawing/2014/main" id="{D16A9A17-E9F7-DA78-4563-344E1793B28D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8" name="Freeform: Shape 5277">
              <a:extLst>
                <a:ext uri="{FF2B5EF4-FFF2-40B4-BE49-F238E27FC236}">
                  <a16:creationId xmlns:a16="http://schemas.microsoft.com/office/drawing/2014/main" id="{70E569FE-A812-2C94-E32C-CD4CDC6EE1FE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9" name="Freeform: Shape 5278">
              <a:extLst>
                <a:ext uri="{FF2B5EF4-FFF2-40B4-BE49-F238E27FC236}">
                  <a16:creationId xmlns:a16="http://schemas.microsoft.com/office/drawing/2014/main" id="{F8C48B20-063B-322A-F008-4B52EC92052E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0" name="Freeform: Shape 5279">
              <a:extLst>
                <a:ext uri="{FF2B5EF4-FFF2-40B4-BE49-F238E27FC236}">
                  <a16:creationId xmlns:a16="http://schemas.microsoft.com/office/drawing/2014/main" id="{1119BF36-BBB9-06AC-7B74-6CC3DE0D1882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1" name="Freeform: Shape 5280">
              <a:extLst>
                <a:ext uri="{FF2B5EF4-FFF2-40B4-BE49-F238E27FC236}">
                  <a16:creationId xmlns:a16="http://schemas.microsoft.com/office/drawing/2014/main" id="{6C39130D-AAFC-C94C-3973-8C30DEF10FF9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2" name="Freeform: Shape 5281">
              <a:extLst>
                <a:ext uri="{FF2B5EF4-FFF2-40B4-BE49-F238E27FC236}">
                  <a16:creationId xmlns:a16="http://schemas.microsoft.com/office/drawing/2014/main" id="{E9408E1D-B25F-1ECF-A265-62FDD1EE9B24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3" name="Freeform: Shape 5282">
              <a:extLst>
                <a:ext uri="{FF2B5EF4-FFF2-40B4-BE49-F238E27FC236}">
                  <a16:creationId xmlns:a16="http://schemas.microsoft.com/office/drawing/2014/main" id="{F0BD15C1-1095-714B-254F-446BA5B36929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4" name="Freeform: Shape 5283">
              <a:extLst>
                <a:ext uri="{FF2B5EF4-FFF2-40B4-BE49-F238E27FC236}">
                  <a16:creationId xmlns:a16="http://schemas.microsoft.com/office/drawing/2014/main" id="{AA93E0AD-AB46-0EDB-F4C5-6AA9A5320F08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5" name="Freeform: Shape 5284">
              <a:extLst>
                <a:ext uri="{FF2B5EF4-FFF2-40B4-BE49-F238E27FC236}">
                  <a16:creationId xmlns:a16="http://schemas.microsoft.com/office/drawing/2014/main" id="{40D4F66E-DD35-BB80-D795-B45CD006C198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6" name="Freeform: Shape 5285">
              <a:extLst>
                <a:ext uri="{FF2B5EF4-FFF2-40B4-BE49-F238E27FC236}">
                  <a16:creationId xmlns:a16="http://schemas.microsoft.com/office/drawing/2014/main" id="{DE135DBA-55A1-85FC-74B3-427DF25064A0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7" name="Freeform: Shape 5286">
              <a:extLst>
                <a:ext uri="{FF2B5EF4-FFF2-40B4-BE49-F238E27FC236}">
                  <a16:creationId xmlns:a16="http://schemas.microsoft.com/office/drawing/2014/main" id="{F87D0D9F-3008-7784-33BF-0DA268398816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8" name="Freeform: Shape 5287">
              <a:extLst>
                <a:ext uri="{FF2B5EF4-FFF2-40B4-BE49-F238E27FC236}">
                  <a16:creationId xmlns:a16="http://schemas.microsoft.com/office/drawing/2014/main" id="{1B40978B-4F85-8759-8394-DDD8C862F6AE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9" name="Freeform: Shape 5288">
              <a:extLst>
                <a:ext uri="{FF2B5EF4-FFF2-40B4-BE49-F238E27FC236}">
                  <a16:creationId xmlns:a16="http://schemas.microsoft.com/office/drawing/2014/main" id="{568A6449-82C9-6B76-8A3E-6131C70F65CB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0" name="Freeform: Shape 5289">
              <a:extLst>
                <a:ext uri="{FF2B5EF4-FFF2-40B4-BE49-F238E27FC236}">
                  <a16:creationId xmlns:a16="http://schemas.microsoft.com/office/drawing/2014/main" id="{5F87F8B3-319A-B8FB-9DA5-B56DF9347FE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1" name="Freeform: Shape 5290">
              <a:extLst>
                <a:ext uri="{FF2B5EF4-FFF2-40B4-BE49-F238E27FC236}">
                  <a16:creationId xmlns:a16="http://schemas.microsoft.com/office/drawing/2014/main" id="{701C4399-5960-CDB6-9C50-AA5A263AF9BB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2" name="Freeform: Shape 5291">
              <a:extLst>
                <a:ext uri="{FF2B5EF4-FFF2-40B4-BE49-F238E27FC236}">
                  <a16:creationId xmlns:a16="http://schemas.microsoft.com/office/drawing/2014/main" id="{5832206B-04C2-7DD6-3009-F821316792E4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293" name="Graphic 98">
            <a:extLst>
              <a:ext uri="{FF2B5EF4-FFF2-40B4-BE49-F238E27FC236}">
                <a16:creationId xmlns:a16="http://schemas.microsoft.com/office/drawing/2014/main" id="{92A50233-C551-4A22-8C78-33040AD1F444}"/>
              </a:ext>
            </a:extLst>
          </p:cNvPr>
          <p:cNvGrpSpPr/>
          <p:nvPr userDrawn="1"/>
        </p:nvGrpSpPr>
        <p:grpSpPr>
          <a:xfrm>
            <a:off x="381000" y="394939"/>
            <a:ext cx="1694566" cy="692234"/>
            <a:chOff x="1390650" y="1506854"/>
            <a:chExt cx="9410700" cy="3844289"/>
          </a:xfrm>
        </p:grpSpPr>
        <p:sp>
          <p:nvSpPr>
            <p:cNvPr id="5294" name="Freeform: Shape 5293">
              <a:extLst>
                <a:ext uri="{FF2B5EF4-FFF2-40B4-BE49-F238E27FC236}">
                  <a16:creationId xmlns:a16="http://schemas.microsoft.com/office/drawing/2014/main" id="{6A6C175B-18BA-375B-E965-54ACB1A7F180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5" name="Freeform: Shape 5294">
              <a:extLst>
                <a:ext uri="{FF2B5EF4-FFF2-40B4-BE49-F238E27FC236}">
                  <a16:creationId xmlns:a16="http://schemas.microsoft.com/office/drawing/2014/main" id="{28E7DF82-AC76-9D89-DA07-8C995FC330A2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5296" name="Graphic 98">
              <a:extLst>
                <a:ext uri="{FF2B5EF4-FFF2-40B4-BE49-F238E27FC236}">
                  <a16:creationId xmlns:a16="http://schemas.microsoft.com/office/drawing/2014/main" id="{D5E275C7-A1D5-0DF8-2F09-217CE2936B0A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solidFill>
              <a:srgbClr val="585860"/>
            </a:solidFill>
          </p:grpSpPr>
          <p:sp>
            <p:nvSpPr>
              <p:cNvPr id="5351" name="Freeform: Shape 5350">
                <a:extLst>
                  <a:ext uri="{FF2B5EF4-FFF2-40B4-BE49-F238E27FC236}">
                    <a16:creationId xmlns:a16="http://schemas.microsoft.com/office/drawing/2014/main" id="{38975BF5-2E3F-83B9-8D9A-6C91CD83677C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2" name="Freeform: Shape 5351">
                <a:extLst>
                  <a:ext uri="{FF2B5EF4-FFF2-40B4-BE49-F238E27FC236}">
                    <a16:creationId xmlns:a16="http://schemas.microsoft.com/office/drawing/2014/main" id="{89A1A35D-1079-6E5B-4A44-23814A15D0B7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3" name="Freeform: Shape 5352">
                <a:extLst>
                  <a:ext uri="{FF2B5EF4-FFF2-40B4-BE49-F238E27FC236}">
                    <a16:creationId xmlns:a16="http://schemas.microsoft.com/office/drawing/2014/main" id="{ACA8FEE6-30C4-2224-F1D3-733B51BD8CD9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4" name="Freeform: Shape 5353">
                <a:extLst>
                  <a:ext uri="{FF2B5EF4-FFF2-40B4-BE49-F238E27FC236}">
                    <a16:creationId xmlns:a16="http://schemas.microsoft.com/office/drawing/2014/main" id="{D58FB44E-1F61-ED85-E125-4F454484E2ED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5" name="Freeform: Shape 5354">
                <a:extLst>
                  <a:ext uri="{FF2B5EF4-FFF2-40B4-BE49-F238E27FC236}">
                    <a16:creationId xmlns:a16="http://schemas.microsoft.com/office/drawing/2014/main" id="{DAD4AC54-4396-F8BA-5E4A-7A689DAC3BBF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297" name="Graphic 98">
              <a:extLst>
                <a:ext uri="{FF2B5EF4-FFF2-40B4-BE49-F238E27FC236}">
                  <a16:creationId xmlns:a16="http://schemas.microsoft.com/office/drawing/2014/main" id="{F6E06323-2F5E-481B-71C4-61E95366182E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solidFill>
              <a:srgbClr val="585860"/>
            </a:solidFill>
          </p:grpSpPr>
          <p:sp>
            <p:nvSpPr>
              <p:cNvPr id="5328" name="Freeform: Shape 5327">
                <a:extLst>
                  <a:ext uri="{FF2B5EF4-FFF2-40B4-BE49-F238E27FC236}">
                    <a16:creationId xmlns:a16="http://schemas.microsoft.com/office/drawing/2014/main" id="{EBB5133A-7C22-0FDE-9643-915193AFAD94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9" name="Freeform: Shape 5328">
                <a:extLst>
                  <a:ext uri="{FF2B5EF4-FFF2-40B4-BE49-F238E27FC236}">
                    <a16:creationId xmlns:a16="http://schemas.microsoft.com/office/drawing/2014/main" id="{68508645-CE94-445C-CAC5-FF106B85340B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0" name="Freeform: Shape 5329">
                <a:extLst>
                  <a:ext uri="{FF2B5EF4-FFF2-40B4-BE49-F238E27FC236}">
                    <a16:creationId xmlns:a16="http://schemas.microsoft.com/office/drawing/2014/main" id="{B82E6CC1-8962-EAB6-23C9-393B9CA5FB5B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1" name="Freeform: Shape 5330">
                <a:extLst>
                  <a:ext uri="{FF2B5EF4-FFF2-40B4-BE49-F238E27FC236}">
                    <a16:creationId xmlns:a16="http://schemas.microsoft.com/office/drawing/2014/main" id="{55D156ED-C814-3DE9-E7B0-8E212A8499AD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2" name="Freeform: Shape 5331">
                <a:extLst>
                  <a:ext uri="{FF2B5EF4-FFF2-40B4-BE49-F238E27FC236}">
                    <a16:creationId xmlns:a16="http://schemas.microsoft.com/office/drawing/2014/main" id="{B68846C0-CA51-39F1-B9E8-BCA5B25304CD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3" name="Freeform: Shape 5332">
                <a:extLst>
                  <a:ext uri="{FF2B5EF4-FFF2-40B4-BE49-F238E27FC236}">
                    <a16:creationId xmlns:a16="http://schemas.microsoft.com/office/drawing/2014/main" id="{9EEF3414-F6D7-A7B9-C8F5-6BFB513F6A5D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4" name="Freeform: Shape 5333">
                <a:extLst>
                  <a:ext uri="{FF2B5EF4-FFF2-40B4-BE49-F238E27FC236}">
                    <a16:creationId xmlns:a16="http://schemas.microsoft.com/office/drawing/2014/main" id="{EF26772E-13B7-AD15-B67D-B2BCF73A8259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5" name="Freeform: Shape 5334">
                <a:extLst>
                  <a:ext uri="{FF2B5EF4-FFF2-40B4-BE49-F238E27FC236}">
                    <a16:creationId xmlns:a16="http://schemas.microsoft.com/office/drawing/2014/main" id="{13FDB292-6E21-9EA1-4734-D16BE1E2D9C4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6" name="Freeform: Shape 5335">
                <a:extLst>
                  <a:ext uri="{FF2B5EF4-FFF2-40B4-BE49-F238E27FC236}">
                    <a16:creationId xmlns:a16="http://schemas.microsoft.com/office/drawing/2014/main" id="{3B8732F2-09A0-B182-2304-557CCB84D5AD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7" name="Freeform: Shape 5336">
                <a:extLst>
                  <a:ext uri="{FF2B5EF4-FFF2-40B4-BE49-F238E27FC236}">
                    <a16:creationId xmlns:a16="http://schemas.microsoft.com/office/drawing/2014/main" id="{EA27CAC7-8BFB-FC76-4BBD-17AE3D25211F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8" name="Freeform: Shape 5337">
                <a:extLst>
                  <a:ext uri="{FF2B5EF4-FFF2-40B4-BE49-F238E27FC236}">
                    <a16:creationId xmlns:a16="http://schemas.microsoft.com/office/drawing/2014/main" id="{4D5ECFA2-5406-CA2E-6899-EF1111791361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9" name="Freeform: Shape 5338">
                <a:extLst>
                  <a:ext uri="{FF2B5EF4-FFF2-40B4-BE49-F238E27FC236}">
                    <a16:creationId xmlns:a16="http://schemas.microsoft.com/office/drawing/2014/main" id="{9EA096A6-CFB5-EB1B-8886-2D9C237ACAED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0" name="Freeform: Shape 5339">
                <a:extLst>
                  <a:ext uri="{FF2B5EF4-FFF2-40B4-BE49-F238E27FC236}">
                    <a16:creationId xmlns:a16="http://schemas.microsoft.com/office/drawing/2014/main" id="{D5D0CB94-B65F-E2BB-98B2-AF67B482E67C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1" name="Freeform: Shape 5340">
                <a:extLst>
                  <a:ext uri="{FF2B5EF4-FFF2-40B4-BE49-F238E27FC236}">
                    <a16:creationId xmlns:a16="http://schemas.microsoft.com/office/drawing/2014/main" id="{BAA0D975-11CA-7B73-DE6F-1B817ACE950E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2" name="Freeform: Shape 5341">
                <a:extLst>
                  <a:ext uri="{FF2B5EF4-FFF2-40B4-BE49-F238E27FC236}">
                    <a16:creationId xmlns:a16="http://schemas.microsoft.com/office/drawing/2014/main" id="{77D69293-61DD-13C0-2DA0-FEA52D4A4832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3" name="Freeform: Shape 5342">
                <a:extLst>
                  <a:ext uri="{FF2B5EF4-FFF2-40B4-BE49-F238E27FC236}">
                    <a16:creationId xmlns:a16="http://schemas.microsoft.com/office/drawing/2014/main" id="{C0692917-C251-CF61-EDDF-20539A6ACCF4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4" name="Freeform: Shape 5343">
                <a:extLst>
                  <a:ext uri="{FF2B5EF4-FFF2-40B4-BE49-F238E27FC236}">
                    <a16:creationId xmlns:a16="http://schemas.microsoft.com/office/drawing/2014/main" id="{CC2DED44-FBE6-EF59-E0F5-6268865EA04C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5" name="Freeform: Shape 5344">
                <a:extLst>
                  <a:ext uri="{FF2B5EF4-FFF2-40B4-BE49-F238E27FC236}">
                    <a16:creationId xmlns:a16="http://schemas.microsoft.com/office/drawing/2014/main" id="{3FBE3D0D-8C26-4EE9-F84B-FB5F70862609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6" name="Freeform: Shape 5345">
                <a:extLst>
                  <a:ext uri="{FF2B5EF4-FFF2-40B4-BE49-F238E27FC236}">
                    <a16:creationId xmlns:a16="http://schemas.microsoft.com/office/drawing/2014/main" id="{3D41657A-A305-49FC-CFE7-753622346F3A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7" name="Freeform: Shape 5346">
                <a:extLst>
                  <a:ext uri="{FF2B5EF4-FFF2-40B4-BE49-F238E27FC236}">
                    <a16:creationId xmlns:a16="http://schemas.microsoft.com/office/drawing/2014/main" id="{259F8FAA-0F94-E2C0-2C08-70E69B770C85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8" name="Freeform: Shape 5347">
                <a:extLst>
                  <a:ext uri="{FF2B5EF4-FFF2-40B4-BE49-F238E27FC236}">
                    <a16:creationId xmlns:a16="http://schemas.microsoft.com/office/drawing/2014/main" id="{D6B7E783-98E0-D084-37FD-EB486CEF513A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9" name="Freeform: Shape 5348">
                <a:extLst>
                  <a:ext uri="{FF2B5EF4-FFF2-40B4-BE49-F238E27FC236}">
                    <a16:creationId xmlns:a16="http://schemas.microsoft.com/office/drawing/2014/main" id="{1F8B14D9-3E53-C549-9DD4-4AA520CE8D00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0" name="Freeform: Shape 5349">
                <a:extLst>
                  <a:ext uri="{FF2B5EF4-FFF2-40B4-BE49-F238E27FC236}">
                    <a16:creationId xmlns:a16="http://schemas.microsoft.com/office/drawing/2014/main" id="{0AEC3302-C48C-A526-DAFC-459ADC6A4F7C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298" name="Graphic 98">
              <a:extLst>
                <a:ext uri="{FF2B5EF4-FFF2-40B4-BE49-F238E27FC236}">
                  <a16:creationId xmlns:a16="http://schemas.microsoft.com/office/drawing/2014/main" id="{7F141275-BA92-1DE4-F514-1A41CC2EC9D1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solidFill>
              <a:srgbClr val="E27F26"/>
            </a:solidFill>
          </p:grpSpPr>
          <p:sp>
            <p:nvSpPr>
              <p:cNvPr id="5326" name="Freeform: Shape 5325">
                <a:extLst>
                  <a:ext uri="{FF2B5EF4-FFF2-40B4-BE49-F238E27FC236}">
                    <a16:creationId xmlns:a16="http://schemas.microsoft.com/office/drawing/2014/main" id="{65C12D29-DDEC-3AFE-6A91-D1773BAF5B60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7" name="Freeform: Shape 5326">
                <a:extLst>
                  <a:ext uri="{FF2B5EF4-FFF2-40B4-BE49-F238E27FC236}">
                    <a16:creationId xmlns:a16="http://schemas.microsoft.com/office/drawing/2014/main" id="{D2FB5F1E-3767-209C-264E-C717939CF0EF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299" name="Graphic 98">
              <a:extLst>
                <a:ext uri="{FF2B5EF4-FFF2-40B4-BE49-F238E27FC236}">
                  <a16:creationId xmlns:a16="http://schemas.microsoft.com/office/drawing/2014/main" id="{DA2AA25A-51A8-EECF-4CEF-36342DAF03E9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solidFill>
              <a:srgbClr val="585860"/>
            </a:solidFill>
          </p:grpSpPr>
          <p:sp>
            <p:nvSpPr>
              <p:cNvPr id="5301" name="Freeform: Shape 5300">
                <a:extLst>
                  <a:ext uri="{FF2B5EF4-FFF2-40B4-BE49-F238E27FC236}">
                    <a16:creationId xmlns:a16="http://schemas.microsoft.com/office/drawing/2014/main" id="{9AD41CBE-CD43-B41A-5E5F-34E42AE6BD67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2" name="Freeform: Shape 5301">
                <a:extLst>
                  <a:ext uri="{FF2B5EF4-FFF2-40B4-BE49-F238E27FC236}">
                    <a16:creationId xmlns:a16="http://schemas.microsoft.com/office/drawing/2014/main" id="{E8A0E60A-DF75-8275-52B9-13CBF051B2CB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3" name="Freeform: Shape 5302">
                <a:extLst>
                  <a:ext uri="{FF2B5EF4-FFF2-40B4-BE49-F238E27FC236}">
                    <a16:creationId xmlns:a16="http://schemas.microsoft.com/office/drawing/2014/main" id="{BDB3DB2A-2243-424F-8653-0EC6BA58C605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4" name="Freeform: Shape 5303">
                <a:extLst>
                  <a:ext uri="{FF2B5EF4-FFF2-40B4-BE49-F238E27FC236}">
                    <a16:creationId xmlns:a16="http://schemas.microsoft.com/office/drawing/2014/main" id="{293C67CF-5081-E4A9-B606-0736BB0FE5D1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5" name="Freeform: Shape 5304">
                <a:extLst>
                  <a:ext uri="{FF2B5EF4-FFF2-40B4-BE49-F238E27FC236}">
                    <a16:creationId xmlns:a16="http://schemas.microsoft.com/office/drawing/2014/main" id="{A271A5FB-C541-9F48-DEE8-F99D88FE7985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6" name="Freeform: Shape 5305">
                <a:extLst>
                  <a:ext uri="{FF2B5EF4-FFF2-40B4-BE49-F238E27FC236}">
                    <a16:creationId xmlns:a16="http://schemas.microsoft.com/office/drawing/2014/main" id="{709DD959-DAB0-6A05-C057-CFE660458D68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7" name="Freeform: Shape 5306">
                <a:extLst>
                  <a:ext uri="{FF2B5EF4-FFF2-40B4-BE49-F238E27FC236}">
                    <a16:creationId xmlns:a16="http://schemas.microsoft.com/office/drawing/2014/main" id="{3F899620-90A5-8E4D-F680-3A2BAAC6231E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8" name="Freeform: Shape 5307">
                <a:extLst>
                  <a:ext uri="{FF2B5EF4-FFF2-40B4-BE49-F238E27FC236}">
                    <a16:creationId xmlns:a16="http://schemas.microsoft.com/office/drawing/2014/main" id="{61421297-C9F2-36DA-A7D4-C411AA4FF762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9" name="Freeform: Shape 5308">
                <a:extLst>
                  <a:ext uri="{FF2B5EF4-FFF2-40B4-BE49-F238E27FC236}">
                    <a16:creationId xmlns:a16="http://schemas.microsoft.com/office/drawing/2014/main" id="{CB112D19-812E-E587-4A74-288B6263571E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0" name="Freeform: Shape 5309">
                <a:extLst>
                  <a:ext uri="{FF2B5EF4-FFF2-40B4-BE49-F238E27FC236}">
                    <a16:creationId xmlns:a16="http://schemas.microsoft.com/office/drawing/2014/main" id="{919C0D7C-21F3-2E46-2A4E-5419C1DFBCC4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1" name="Freeform: Shape 5310">
                <a:extLst>
                  <a:ext uri="{FF2B5EF4-FFF2-40B4-BE49-F238E27FC236}">
                    <a16:creationId xmlns:a16="http://schemas.microsoft.com/office/drawing/2014/main" id="{84FB1F16-F6D3-B914-1F39-82ABA370013C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2" name="Freeform: Shape 5311">
                <a:extLst>
                  <a:ext uri="{FF2B5EF4-FFF2-40B4-BE49-F238E27FC236}">
                    <a16:creationId xmlns:a16="http://schemas.microsoft.com/office/drawing/2014/main" id="{1BCFE36E-32B5-ABA1-2E58-3B50E7A3D38C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3" name="Freeform: Shape 5312">
                <a:extLst>
                  <a:ext uri="{FF2B5EF4-FFF2-40B4-BE49-F238E27FC236}">
                    <a16:creationId xmlns:a16="http://schemas.microsoft.com/office/drawing/2014/main" id="{D5CEED58-780E-BBFF-5E89-F0DE1E0D2567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4" name="Freeform: Shape 5313">
                <a:extLst>
                  <a:ext uri="{FF2B5EF4-FFF2-40B4-BE49-F238E27FC236}">
                    <a16:creationId xmlns:a16="http://schemas.microsoft.com/office/drawing/2014/main" id="{CF8665FA-9E38-8AA6-C805-AB3E9944DF10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5" name="Freeform: Shape 5314">
                <a:extLst>
                  <a:ext uri="{FF2B5EF4-FFF2-40B4-BE49-F238E27FC236}">
                    <a16:creationId xmlns:a16="http://schemas.microsoft.com/office/drawing/2014/main" id="{5CC240BD-D042-D06C-0392-3280B8D970F4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6" name="Freeform: Shape 5315">
                <a:extLst>
                  <a:ext uri="{FF2B5EF4-FFF2-40B4-BE49-F238E27FC236}">
                    <a16:creationId xmlns:a16="http://schemas.microsoft.com/office/drawing/2014/main" id="{F59F594A-3D00-0FFB-3C4B-69C5E2EBB382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7" name="Freeform: Shape 5316">
                <a:extLst>
                  <a:ext uri="{FF2B5EF4-FFF2-40B4-BE49-F238E27FC236}">
                    <a16:creationId xmlns:a16="http://schemas.microsoft.com/office/drawing/2014/main" id="{CC4055CC-1AB7-BE65-62ED-E779EAE47AD9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8" name="Freeform: Shape 5317">
                <a:extLst>
                  <a:ext uri="{FF2B5EF4-FFF2-40B4-BE49-F238E27FC236}">
                    <a16:creationId xmlns:a16="http://schemas.microsoft.com/office/drawing/2014/main" id="{B5BF70DA-558D-E944-FB15-E8CB861473AA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9" name="Freeform: Shape 5318">
                <a:extLst>
                  <a:ext uri="{FF2B5EF4-FFF2-40B4-BE49-F238E27FC236}">
                    <a16:creationId xmlns:a16="http://schemas.microsoft.com/office/drawing/2014/main" id="{9F85C743-726C-1720-BF4B-4AA95CE20B0F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0" name="Freeform: Shape 5319">
                <a:extLst>
                  <a:ext uri="{FF2B5EF4-FFF2-40B4-BE49-F238E27FC236}">
                    <a16:creationId xmlns:a16="http://schemas.microsoft.com/office/drawing/2014/main" id="{551A8041-B5C9-9EB6-A4A5-6EB50D66331B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1" name="Freeform: Shape 5320">
                <a:extLst>
                  <a:ext uri="{FF2B5EF4-FFF2-40B4-BE49-F238E27FC236}">
                    <a16:creationId xmlns:a16="http://schemas.microsoft.com/office/drawing/2014/main" id="{BDEE78FD-B08C-0959-76E4-BC1BB6D9D583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2" name="Freeform: Shape 5321">
                <a:extLst>
                  <a:ext uri="{FF2B5EF4-FFF2-40B4-BE49-F238E27FC236}">
                    <a16:creationId xmlns:a16="http://schemas.microsoft.com/office/drawing/2014/main" id="{B9EE349D-DDCF-6D61-0DAE-9B9AB1AB1877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3" name="Freeform: Shape 5322">
                <a:extLst>
                  <a:ext uri="{FF2B5EF4-FFF2-40B4-BE49-F238E27FC236}">
                    <a16:creationId xmlns:a16="http://schemas.microsoft.com/office/drawing/2014/main" id="{C9E62A96-C7EF-B63D-B408-D311A8271E6D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4" name="Freeform: Shape 5323">
                <a:extLst>
                  <a:ext uri="{FF2B5EF4-FFF2-40B4-BE49-F238E27FC236}">
                    <a16:creationId xmlns:a16="http://schemas.microsoft.com/office/drawing/2014/main" id="{6FA14DBF-7824-876E-ED8C-DC47AC38EBCD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5" name="Freeform: Shape 5324">
                <a:extLst>
                  <a:ext uri="{FF2B5EF4-FFF2-40B4-BE49-F238E27FC236}">
                    <a16:creationId xmlns:a16="http://schemas.microsoft.com/office/drawing/2014/main" id="{587587AB-4FC0-2506-BEA2-F2872BB3B64C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300" name="Freeform: Shape 5299">
              <a:extLst>
                <a:ext uri="{FF2B5EF4-FFF2-40B4-BE49-F238E27FC236}">
                  <a16:creationId xmlns:a16="http://schemas.microsoft.com/office/drawing/2014/main" id="{24D3DE59-2C3F-8928-A5BF-E46FDE0C5F74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5858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85171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FA0A36-C3CE-AC2F-3B0F-9EB869E41C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3FD5-3150-4F22-BE7D-AD47E77B6590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74" r:id="rId3"/>
    <p:sldLayoutId id="2147483676" r:id="rId4"/>
    <p:sldLayoutId id="2147483675" r:id="rId5"/>
    <p:sldLayoutId id="2147483660" r:id="rId6"/>
    <p:sldLayoutId id="2147483680" r:id="rId7"/>
    <p:sldLayoutId id="2147483667" r:id="rId8"/>
    <p:sldLayoutId id="2147483679" r:id="rId9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HUL202-coder/ad-golden-ticket-detection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752600"/>
            <a:ext cx="6477000" cy="1524000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  <a:sp3d extrusionH="57150">
              <a:bevelT w="38100" h="38100"/>
            </a:sp3d>
          </a:bodyPr>
          <a:lstStyle/>
          <a:p>
            <a:r>
              <a:rPr lang="en-GB" sz="3200" dirty="0">
                <a:ln w="0"/>
                <a:solidFill>
                  <a:srgbClr val="5755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Memory-Based Detection of Golden Ticket and SID History Abuse in Active Directory</a:t>
            </a:r>
            <a:r>
              <a:rPr lang="en-US" sz="3200" dirty="0">
                <a:ln w="0"/>
                <a:solidFill>
                  <a:srgbClr val="5755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 </a:t>
            </a:r>
            <a:endParaRPr lang="en-US" sz="1800" dirty="0">
              <a:ln w="0"/>
              <a:solidFill>
                <a:srgbClr val="EE6039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9B6A2-E7A9-D6C5-1860-30D6358949D7}"/>
              </a:ext>
            </a:extLst>
          </p:cNvPr>
          <p:cNvSpPr txBox="1"/>
          <p:nvPr/>
        </p:nvSpPr>
        <p:spPr>
          <a:xfrm>
            <a:off x="8402058" y="4114800"/>
            <a:ext cx="310694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M.Tech</a:t>
            </a:r>
          </a:p>
          <a:p>
            <a:pPr algn="r"/>
            <a:r>
              <a:rPr lang="en-US" sz="2400" b="1" dirty="0"/>
              <a:t>Cybersecurity</a:t>
            </a:r>
          </a:p>
          <a:p>
            <a:pPr algn="r"/>
            <a:r>
              <a:rPr lang="en-US" sz="1600" dirty="0"/>
              <a:t>Capstone Project Presentation</a:t>
            </a:r>
          </a:p>
          <a:p>
            <a:pPr algn="r"/>
            <a:endParaRPr lang="en-IN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67931E-FEC8-9C63-192E-7B2200BBFC76}"/>
              </a:ext>
            </a:extLst>
          </p:cNvPr>
          <p:cNvSpPr txBox="1">
            <a:spLocks/>
          </p:cNvSpPr>
          <p:nvPr/>
        </p:nvSpPr>
        <p:spPr bwMode="gray">
          <a:xfrm>
            <a:off x="6479798" y="3013501"/>
            <a:ext cx="5029200" cy="8309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p3d extrusionH="57150">
              <a:bevelT w="38100" h="38100"/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 spc="0" baseline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pPr algn="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Name: P Rahul 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</a:b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SRN: R23MTC09 | Date: 17/08/2026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A8ED41A-E9F2-F80E-4E64-AB5CD955B784}"/>
              </a:ext>
            </a:extLst>
          </p:cNvPr>
          <p:cNvSpPr txBox="1"/>
          <p:nvPr/>
        </p:nvSpPr>
        <p:spPr>
          <a:xfrm>
            <a:off x="-76200" y="3377595"/>
            <a:ext cx="3138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Agenda</a:t>
            </a:r>
            <a:endParaRPr lang="id-ID" sz="4400" b="1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68617-A177-2FE8-2098-81BBF7667A31}"/>
              </a:ext>
            </a:extLst>
          </p:cNvPr>
          <p:cNvSpPr txBox="1"/>
          <p:nvPr/>
        </p:nvSpPr>
        <p:spPr>
          <a:xfrm>
            <a:off x="3276600" y="1487407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01 Introduction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Background | Current status | Why this study </a:t>
            </a:r>
            <a:endParaRPr lang="en-IN" sz="24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A3558-AB66-6948-4A40-A0E32DCF902A}"/>
              </a:ext>
            </a:extLst>
          </p:cNvPr>
          <p:cNvSpPr txBox="1"/>
          <p:nvPr/>
        </p:nvSpPr>
        <p:spPr>
          <a:xfrm>
            <a:off x="3276600" y="2254671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02 Literature Review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Seminal works | Summary | Research Gap</a:t>
            </a:r>
            <a:endParaRPr lang="en-IN" sz="10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BF9078-4DEE-8998-86B6-3289B97129F3}"/>
              </a:ext>
            </a:extLst>
          </p:cNvPr>
          <p:cNvSpPr txBox="1"/>
          <p:nvPr/>
        </p:nvSpPr>
        <p:spPr>
          <a:xfrm>
            <a:off x="3276600" y="3021935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03 Problem Statement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Technical |  Functional Problem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10EDB9-1C0B-B877-A7BA-5B8E0110AFC1}"/>
              </a:ext>
            </a:extLst>
          </p:cNvPr>
          <p:cNvSpPr txBox="1"/>
          <p:nvPr/>
        </p:nvSpPr>
        <p:spPr>
          <a:xfrm>
            <a:off x="3276600" y="3789199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04 Project Objectives 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Primary &amp; Secondary Objectives | Expected Outcome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A5049-D91A-04CE-F481-81CE2735E529}"/>
              </a:ext>
            </a:extLst>
          </p:cNvPr>
          <p:cNvSpPr txBox="1"/>
          <p:nvPr/>
        </p:nvSpPr>
        <p:spPr>
          <a:xfrm>
            <a:off x="3276600" y="529192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06 Resource Specification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Software | 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27B88-180A-FCD2-CFD6-B424A4DDAA5A}"/>
              </a:ext>
            </a:extLst>
          </p:cNvPr>
          <p:cNvSpPr txBox="1"/>
          <p:nvPr/>
        </p:nvSpPr>
        <p:spPr>
          <a:xfrm>
            <a:off x="3276600" y="454056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05 Project Methodology 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Conceptual Framework | Research Design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E04944-5E9A-DAE6-E2D1-B7D56767F410}"/>
              </a:ext>
            </a:extLst>
          </p:cNvPr>
          <p:cNvCxnSpPr>
            <a:cxnSpLocks/>
          </p:cNvCxnSpPr>
          <p:nvPr/>
        </p:nvCxnSpPr>
        <p:spPr>
          <a:xfrm flipV="1">
            <a:off x="2826078" y="1218465"/>
            <a:ext cx="0" cy="5087701"/>
          </a:xfrm>
          <a:prstGeom prst="line">
            <a:avLst/>
          </a:prstGeom>
          <a:ln w="28575">
            <a:solidFill>
              <a:srgbClr val="4A4C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B2F272-AE02-50AE-6269-D158573D3AA0}"/>
              </a:ext>
            </a:extLst>
          </p:cNvPr>
          <p:cNvSpPr txBox="1"/>
          <p:nvPr/>
        </p:nvSpPr>
        <p:spPr>
          <a:xfrm>
            <a:off x="7486538" y="1487407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07 Software Design</a:t>
            </a:r>
            <a:r>
              <a:rPr lang="en-IN" sz="9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</a:p>
          <a:p>
            <a:pPr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High Level | Low Level Design Diagrams</a:t>
            </a:r>
            <a:endParaRPr lang="en-IN" sz="24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2B450-F6B6-C583-7E4F-A3E7C7A37F32}"/>
              </a:ext>
            </a:extLst>
          </p:cNvPr>
          <p:cNvSpPr txBox="1"/>
          <p:nvPr/>
        </p:nvSpPr>
        <p:spPr>
          <a:xfrm>
            <a:off x="7486538" y="2245277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08 Implementation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Demo | Application | Use 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15FC2-B731-0808-1572-48D973505A19}"/>
              </a:ext>
            </a:extLst>
          </p:cNvPr>
          <p:cNvSpPr txBox="1"/>
          <p:nvPr/>
        </p:nvSpPr>
        <p:spPr>
          <a:xfrm>
            <a:off x="7486538" y="3019049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09 Testing and Validation</a:t>
            </a:r>
          </a:p>
          <a:p>
            <a:pPr lvl="1">
              <a:lnSpc>
                <a:spcPts val="1500"/>
              </a:lnSpc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Test Results | Learnings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2D267-F36A-09D7-F8A8-F7659B7B9D12}"/>
              </a:ext>
            </a:extLst>
          </p:cNvPr>
          <p:cNvSpPr txBox="1"/>
          <p:nvPr/>
        </p:nvSpPr>
        <p:spPr>
          <a:xfrm>
            <a:off x="7486538" y="379282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10 Analysis and Results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Key Findings | Insights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3A002-5DAA-91DC-186F-100250BAC0E1}"/>
              </a:ext>
            </a:extLst>
          </p:cNvPr>
          <p:cNvSpPr txBox="1"/>
          <p:nvPr/>
        </p:nvSpPr>
        <p:spPr>
          <a:xfrm>
            <a:off x="7486538" y="455069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11 Suggestions and Conclusions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Insights  |  Next Step | Future Scope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A37C3-7B97-76AA-6CC4-E129ED65E3BE}"/>
              </a:ext>
            </a:extLst>
          </p:cNvPr>
          <p:cNvSpPr txBox="1"/>
          <p:nvPr/>
        </p:nvSpPr>
        <p:spPr>
          <a:xfrm>
            <a:off x="7486538" y="5308560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12 Annexure 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References | Publications | Plagiarism Score</a:t>
            </a:r>
          </a:p>
        </p:txBody>
      </p:sp>
    </p:spTree>
    <p:extLst>
      <p:ext uri="{BB962C8B-B14F-4D97-AF65-F5344CB8AC3E}">
        <p14:creationId xmlns:p14="http://schemas.microsoft.com/office/powerpoint/2010/main" val="255649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6E34-C840-233E-D0CC-96248C5B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B53066-981B-30E1-8790-EFE44FE5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Introduction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5F225-04E6-61D6-4EAA-DB9E2A6D6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D4C952-BA51-F79D-8714-D0DD50710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846" y="6218237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04561-F755-A8C6-6B26-5C2E3C85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123551"/>
            <a:ext cx="9464589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4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Introduction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64275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F8104-85A1-DE84-C974-1F14A5CE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24985"/>
            <a:ext cx="10515600" cy="534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87C3-C3DC-3DA4-A28A-DBA6DAF1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102" name="Table 102">
            <a:extLst>
              <a:ext uri="{FF2B5EF4-FFF2-40B4-BE49-F238E27FC236}">
                <a16:creationId xmlns:a16="http://schemas.microsoft.com/office/drawing/2014/main" id="{461D8357-C1A8-31C2-5B3A-7F39289B5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803871"/>
              </p:ext>
            </p:extLst>
          </p:nvPr>
        </p:nvGraphicFramePr>
        <p:xfrm>
          <a:off x="533400" y="1066800"/>
          <a:ext cx="11201399" cy="3886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3166">
                  <a:extLst>
                    <a:ext uri="{9D8B030D-6E8A-4147-A177-3AD203B41FA5}">
                      <a16:colId xmlns:a16="http://schemas.microsoft.com/office/drawing/2014/main" val="3869363598"/>
                    </a:ext>
                  </a:extLst>
                </a:gridCol>
                <a:gridCol w="1838338">
                  <a:extLst>
                    <a:ext uri="{9D8B030D-6E8A-4147-A177-3AD203B41FA5}">
                      <a16:colId xmlns:a16="http://schemas.microsoft.com/office/drawing/2014/main" val="1657484126"/>
                    </a:ext>
                  </a:extLst>
                </a:gridCol>
                <a:gridCol w="1370965">
                  <a:extLst>
                    <a:ext uri="{9D8B030D-6E8A-4147-A177-3AD203B41FA5}">
                      <a16:colId xmlns:a16="http://schemas.microsoft.com/office/drawing/2014/main" val="3940805472"/>
                    </a:ext>
                  </a:extLst>
                </a:gridCol>
                <a:gridCol w="1277488">
                  <a:extLst>
                    <a:ext uri="{9D8B030D-6E8A-4147-A177-3AD203B41FA5}">
                      <a16:colId xmlns:a16="http://schemas.microsoft.com/office/drawing/2014/main" val="724239425"/>
                    </a:ext>
                  </a:extLst>
                </a:gridCol>
                <a:gridCol w="2056446">
                  <a:extLst>
                    <a:ext uri="{9D8B030D-6E8A-4147-A177-3AD203B41FA5}">
                      <a16:colId xmlns:a16="http://schemas.microsoft.com/office/drawing/2014/main" val="4196400645"/>
                    </a:ext>
                  </a:extLst>
                </a:gridCol>
                <a:gridCol w="1807180">
                  <a:extLst>
                    <a:ext uri="{9D8B030D-6E8A-4147-A177-3AD203B41FA5}">
                      <a16:colId xmlns:a16="http://schemas.microsoft.com/office/drawing/2014/main" val="903439440"/>
                    </a:ext>
                  </a:extLst>
                </a:gridCol>
                <a:gridCol w="2227816">
                  <a:extLst>
                    <a:ext uri="{9D8B030D-6E8A-4147-A177-3AD203B41FA5}">
                      <a16:colId xmlns:a16="http://schemas.microsoft.com/office/drawing/2014/main" val="3680040156"/>
                    </a:ext>
                  </a:extLst>
                </a:gridCol>
              </a:tblGrid>
              <a:tr h="89141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No.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Title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Author and Year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Journal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Description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Insights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Research Gaps/Comments</a:t>
                      </a:r>
                      <a:endParaRPr lang="en-IN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808520"/>
                  </a:ext>
                </a:extLst>
              </a:tr>
              <a:tr h="941877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1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Kerberos Authentication Security in Modern Enterprise Environments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Shostack et al., 2023 (IEEE S&amp;P)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IEEE Symp. on Security &amp; Privacy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Kerberos TGT / Golden Ticket forgery from stolen KRBTGT hashes; detection gaps in cloud SIEM.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RC4-HMAC downgrade and forged TGT lifetimes are reliable indicators; logs alone insufficient.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No memory-level corroboration; gap addressed by this project's LSASS pipeline.</a:t>
                      </a:r>
                    </a:p>
                  </a:txBody>
                  <a:tcPr marL="36000" marR="36000" marT="18000" marB="18000" anchor="ctr"/>
                </a:tc>
                <a:extLst>
                  <a:ext uri="{0D108BD9-81ED-4DB2-BD59-A6C34878D82A}">
                    <a16:rowId xmlns:a16="http://schemas.microsoft.com/office/drawing/2014/main" val="1863824432"/>
                  </a:ext>
                </a:extLst>
              </a:tr>
              <a:tr h="941877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2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Detecting Pass-the-Ticket and Golden Ticket Attacks in AD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Metcalf, S., 2022 (SANS)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SANS Institute White Paper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Event IDs 4768/4769/4771 as primary signals; threshold analytics for anomalous TGT issuance.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RC4 (0x17) in AES domains is a strong anomaly signal. Recommends KRBTGT rotation.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Log-layer only; no volatile memory artifacts or automated response.</a:t>
                      </a:r>
                    </a:p>
                  </a:txBody>
                  <a:tcPr marL="36000" marR="36000" marT="18000" marB="18000" anchor="ctr"/>
                </a:tc>
                <a:extLst>
                  <a:ext uri="{0D108BD9-81ED-4DB2-BD59-A6C34878D82A}">
                    <a16:rowId xmlns:a16="http://schemas.microsoft.com/office/drawing/2014/main" val="780222234"/>
                  </a:ext>
                </a:extLst>
              </a:tr>
              <a:tr h="111103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3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SIDHistory Injection &amp; Cross-Forest Trust Exploitation (incl. Hybrid)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Dod &amp; Hao, 2021 (ACM CCS); Lundeen &amp; Katz, 2023 (DEF CON 31)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ACM CCS; DEF CON 31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SIDHistory privilege escalation (S-1-5-21-*-512 grants domain admin); extended to hybrid sync.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Auditing doesn't log SIDHistory; LDAP visibility needed. Entra ID inherits SIDs, widening reach.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Offensive focus, no cloud monitoring; closed by PowerShell + Blob + Sentinel KQL + Logic App.</a:t>
                      </a:r>
                    </a:p>
                  </a:txBody>
                  <a:tcPr marL="36000" marR="36000" marT="18000" marB="18000" anchor="ctr"/>
                </a:tc>
                <a:extLst>
                  <a:ext uri="{0D108BD9-81ED-4DB2-BD59-A6C34878D82A}">
                    <a16:rowId xmlns:a16="http://schemas.microsoft.com/office/drawing/2014/main" val="907972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52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D849-A88B-BA56-DC04-C252A628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54B2-6C47-1860-E04D-01B0DA34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95673-1AFC-AC31-D27B-0B5FE8F3F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7EC502-90F9-9CF6-B471-A64A22CD260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102" name="Table 102">
            <a:extLst>
              <a:ext uri="{FF2B5EF4-FFF2-40B4-BE49-F238E27FC236}">
                <a16:creationId xmlns:a16="http://schemas.microsoft.com/office/drawing/2014/main" id="{CA766457-78FB-B926-6261-A5B612834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11615"/>
              </p:ext>
            </p:extLst>
          </p:nvPr>
        </p:nvGraphicFramePr>
        <p:xfrm>
          <a:off x="533400" y="1066800"/>
          <a:ext cx="11201399" cy="312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3166">
                  <a:extLst>
                    <a:ext uri="{9D8B030D-6E8A-4147-A177-3AD203B41FA5}">
                      <a16:colId xmlns:a16="http://schemas.microsoft.com/office/drawing/2014/main" val="3869363598"/>
                    </a:ext>
                  </a:extLst>
                </a:gridCol>
                <a:gridCol w="1838338">
                  <a:extLst>
                    <a:ext uri="{9D8B030D-6E8A-4147-A177-3AD203B41FA5}">
                      <a16:colId xmlns:a16="http://schemas.microsoft.com/office/drawing/2014/main" val="1657484126"/>
                    </a:ext>
                  </a:extLst>
                </a:gridCol>
                <a:gridCol w="1370965">
                  <a:extLst>
                    <a:ext uri="{9D8B030D-6E8A-4147-A177-3AD203B41FA5}">
                      <a16:colId xmlns:a16="http://schemas.microsoft.com/office/drawing/2014/main" val="3940805472"/>
                    </a:ext>
                  </a:extLst>
                </a:gridCol>
                <a:gridCol w="1277488">
                  <a:extLst>
                    <a:ext uri="{9D8B030D-6E8A-4147-A177-3AD203B41FA5}">
                      <a16:colId xmlns:a16="http://schemas.microsoft.com/office/drawing/2014/main" val="724239425"/>
                    </a:ext>
                  </a:extLst>
                </a:gridCol>
                <a:gridCol w="2056446">
                  <a:extLst>
                    <a:ext uri="{9D8B030D-6E8A-4147-A177-3AD203B41FA5}">
                      <a16:colId xmlns:a16="http://schemas.microsoft.com/office/drawing/2014/main" val="4196400645"/>
                    </a:ext>
                  </a:extLst>
                </a:gridCol>
                <a:gridCol w="1807180">
                  <a:extLst>
                    <a:ext uri="{9D8B030D-6E8A-4147-A177-3AD203B41FA5}">
                      <a16:colId xmlns:a16="http://schemas.microsoft.com/office/drawing/2014/main" val="903439440"/>
                    </a:ext>
                  </a:extLst>
                </a:gridCol>
                <a:gridCol w="2227816">
                  <a:extLst>
                    <a:ext uri="{9D8B030D-6E8A-4147-A177-3AD203B41FA5}">
                      <a16:colId xmlns:a16="http://schemas.microsoft.com/office/drawing/2014/main" val="3680040156"/>
                    </a:ext>
                  </a:extLst>
                </a:gridCol>
              </a:tblGrid>
              <a:tr h="8794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No.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Title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Author and Year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Journal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Description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Insights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Research Gaps/Comments</a:t>
                      </a:r>
                      <a:endParaRPr lang="en-IN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808520"/>
                  </a:ext>
                </a:extLst>
              </a:tr>
              <a:tr h="1096137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4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Volatility 3 &amp; Cloud-Integrated Memory Forensics for SOC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Ligh et al., 2022; Davis &amp; Johnson, 2022 (Digital Investigation)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Elsevier Digital Investigation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Volatility 3 LSASS extraction of Kerberos artifacts; automated shipping to SIEM.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ISF symbols enable version-agnostic parsing; LSASS holds RC4/AES keys; cuts false positives.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Manual/offline, on-prem; this project automates Volatility via Blob → Service Bus → Functions.</a:t>
                      </a:r>
                    </a:p>
                  </a:txBody>
                  <a:tcPr marL="36000" marR="36000" marT="18000" marB="18000" anchor="ctr"/>
                </a:tc>
                <a:extLst>
                  <a:ext uri="{0D108BD9-81ED-4DB2-BD59-A6C34878D82A}">
                    <a16:rowId xmlns:a16="http://schemas.microsoft.com/office/drawing/2014/main" val="3425716738"/>
                  </a:ext>
                </a:extLst>
              </a:tr>
              <a:tr h="114860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5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Scalable Threat Detection with Microsoft Sentinel: KQL &amp; Automation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Microsoft Security Research, 2023 (MSR-TR-2023-15)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Microsoft Technical Report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Sentinel AD monitoring: KQL rules, UEBA, Logic App automated response.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Detects 4768/4769 anomalies but lacks memory corroboration; CL tables ingest external results.</a:t>
                      </a:r>
                    </a:p>
                  </a:txBody>
                  <a:tcPr marL="36000" marR="36000" marT="18000" marB="1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4A4C55"/>
                          </a:solidFill>
                          <a:latin typeface="Roboto Slab"/>
                        </a:rPr>
                        <a:t>No native LSASS pipeline; filled via MemoryForensics_CL and SIDHistoryDetection tables.</a:t>
                      </a:r>
                    </a:p>
                  </a:txBody>
                  <a:tcPr marL="36000" marR="36000" marT="18000" marB="18000" anchor="ctr"/>
                </a:tc>
                <a:extLst>
                  <a:ext uri="{0D108BD9-81ED-4DB2-BD59-A6C34878D82A}">
                    <a16:rowId xmlns:a16="http://schemas.microsoft.com/office/drawing/2014/main" val="3888786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99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CEEB-9FAC-627C-242D-29C1B704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5178542-D8D1-06DC-8A23-A7B603CF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8E6EE-DD1D-8CC6-AFA3-A9ADE0C79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793D6B-361A-BD83-0C48-70418F7A1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FF496-38BA-A68A-17DF-D5416A1311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18"/>
          <a:stretch>
            <a:fillRect/>
          </a:stretch>
        </p:blipFill>
        <p:spPr>
          <a:xfrm>
            <a:off x="1311806" y="1120316"/>
            <a:ext cx="9568388" cy="489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2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23C6-6356-AB85-F04D-F11DE6DA4A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30"/>
          <a:stretch>
            <a:fillRect/>
          </a:stretch>
        </p:blipFill>
        <p:spPr>
          <a:xfrm>
            <a:off x="1127863" y="1039185"/>
            <a:ext cx="9936274" cy="477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2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B4EF-2127-798C-1B53-6EE50D1D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F1289D2-D722-8A6F-B9FC-04361963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E2BE8-E81C-5F28-079D-0FB669608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264084-EF36-3F7B-E1B7-2ED246E35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1C1C9-C4AA-0188-61EB-909CC087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529"/>
          <a:stretch>
            <a:fillRect/>
          </a:stretch>
        </p:blipFill>
        <p:spPr>
          <a:xfrm>
            <a:off x="1902765" y="4191000"/>
            <a:ext cx="8386470" cy="15560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288D64-E1FF-6D2E-1BA6-E77232929D65}"/>
              </a:ext>
            </a:extLst>
          </p:cNvPr>
          <p:cNvSpPr txBox="1"/>
          <p:nvPr/>
        </p:nvSpPr>
        <p:spPr>
          <a:xfrm>
            <a:off x="457200" y="1676400"/>
            <a:ext cx="7010400" cy="1707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 Develop Hybrid Cloud Detection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 Detect Golden Ticket Attacks and SID History Abuse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 Integrate Memory Forensics Capabilities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 Validate, Deploy, and Transfer Framework to Production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15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10D961-CB0E-608C-8FEB-A0811853F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98"/>
          <a:stretch>
            <a:fillRect/>
          </a:stretch>
        </p:blipFill>
        <p:spPr>
          <a:xfrm>
            <a:off x="1373219" y="1143000"/>
            <a:ext cx="9445561" cy="471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Resource Specifications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555C0-C58A-05CA-B2A2-2E0FC1E9E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17" b="27543"/>
          <a:stretch>
            <a:fillRect/>
          </a:stretch>
        </p:blipFill>
        <p:spPr>
          <a:xfrm>
            <a:off x="654559" y="1371600"/>
            <a:ext cx="10882881" cy="401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37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Software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400" y="6196466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9CB0C5-76D4-5F80-C453-E8BB7AD4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75" b="3721"/>
          <a:stretch>
            <a:fillRect/>
          </a:stretch>
        </p:blipFill>
        <p:spPr>
          <a:xfrm>
            <a:off x="1166776" y="1143000"/>
            <a:ext cx="9858447" cy="48647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0A6EBD-B2A6-3155-1F97-655A6D6E874F}"/>
              </a:ext>
            </a:extLst>
          </p:cNvPr>
          <p:cNvSpPr/>
          <p:nvPr/>
        </p:nvSpPr>
        <p:spPr>
          <a:xfrm>
            <a:off x="9144000" y="1134291"/>
            <a:ext cx="1828800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207470-CB54-5CEA-6C1C-327C5078B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68013"/>
            <a:ext cx="1307674" cy="2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1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CE02A-B4EB-11B9-A390-11F615FE6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066800"/>
            <a:ext cx="8991600" cy="48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4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BF3D4-CA86-A18B-D080-E8A8E584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29" y="1167900"/>
            <a:ext cx="9401141" cy="484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95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Testing and Validation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DA081D-0187-84A0-C740-98126660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447800"/>
            <a:ext cx="8385942" cy="37558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E222FB-83F9-D032-B015-C9E81A94D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447800"/>
            <a:ext cx="1447800" cy="11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29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Analysis and Results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2B1E6-F68F-AB16-6990-37B2BBC8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99" t="22635" r="-603" b="-2535"/>
          <a:stretch>
            <a:fillRect/>
          </a:stretch>
        </p:blipFill>
        <p:spPr>
          <a:xfrm>
            <a:off x="6553200" y="1219200"/>
            <a:ext cx="5614152" cy="47151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BB392C-D535-1640-F8C4-2AD9D77E5775}"/>
              </a:ext>
            </a:extLst>
          </p:cNvPr>
          <p:cNvSpPr txBox="1"/>
          <p:nvPr/>
        </p:nvSpPr>
        <p:spPr>
          <a:xfrm>
            <a:off x="533400" y="160020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Memory-forensics corroboration cuts Golden Ticket false positives.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Detects forged TGTs via RC4 downgrade and abnormal ticket lifetime within a single Sentinel scan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Achieves 87.2% detection accuracy with 5 -10 min end-to-end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a forensic evidence trail linking each </a:t>
            </a:r>
            <a:r>
              <a:rPr lang="en-IN" dirty="0" err="1"/>
              <a:t>alertto</a:t>
            </a:r>
            <a:r>
              <a:rPr lang="en-IN" dirty="0"/>
              <a:t> LSASS memory artifacts.</a:t>
            </a:r>
          </a:p>
        </p:txBody>
      </p:sp>
    </p:spTree>
    <p:extLst>
      <p:ext uri="{BB962C8B-B14F-4D97-AF65-F5344CB8AC3E}">
        <p14:creationId xmlns:p14="http://schemas.microsoft.com/office/powerpoint/2010/main" val="305972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Suggestions and 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56974-852F-D843-5E16-ACB684DE6665}"/>
              </a:ext>
            </a:extLst>
          </p:cNvPr>
          <p:cNvSpPr txBox="1"/>
          <p:nvPr/>
        </p:nvSpPr>
        <p:spPr>
          <a:xfrm>
            <a:off x="1143000" y="1524000"/>
            <a:ext cx="10058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Insights </a:t>
            </a: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/>
              <a:t>The core gap is real: log-only SIEM detects Golden Ticket and SID History from event data alone, but the most reliable evidence sits in LSASS memory, which Sentinel can't natively reach.</a:t>
            </a:r>
          </a:p>
          <a:p>
            <a:pPr marL="342900" lvl="0" indent="-34290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The dual-track design closes that gap — and the AES evasion case proves it: the log rule was bypassed, memory forensics still confirmed the KRBTGT extraction.</a:t>
            </a:r>
          </a:p>
          <a:p>
            <a:pPr marL="342900" lvl="0" indent="-34290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All four objectives met; detection time cut from a 45-min baseline to ~2 min after the event-triggered capture + PT5M rule changes.</a:t>
            </a:r>
          </a:p>
          <a:p>
            <a:pPr marL="342900" lvl="0" indent="-342900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The differentiator is forensic transparency and low-cost replication — open KQL rules and published scripts anyone can audit — not beating commercial tools on latency.</a:t>
            </a:r>
          </a:p>
        </p:txBody>
      </p:sp>
    </p:spTree>
    <p:extLst>
      <p:ext uri="{BB962C8B-B14F-4D97-AF65-F5344CB8AC3E}">
        <p14:creationId xmlns:p14="http://schemas.microsoft.com/office/powerpoint/2010/main" val="86055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Bibliography | Webliography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1D44D-641D-7024-3B58-4DBB408E8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35" y="968013"/>
            <a:ext cx="10857917" cy="51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16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GitHub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8/18/2026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07D75-2E71-C26F-6B31-4D73282FD6CF}"/>
              </a:ext>
            </a:extLst>
          </p:cNvPr>
          <p:cNvSpPr txBox="1"/>
          <p:nvPr/>
        </p:nvSpPr>
        <p:spPr>
          <a:xfrm>
            <a:off x="419250" y="1630956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https://github.com/RAHUL202-coder/ad-golden-ticket-detection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86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5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plate race">
      <a:dk1>
        <a:srgbClr val="000000"/>
      </a:dk1>
      <a:lt1>
        <a:sysClr val="window" lastClr="FFFFFF"/>
      </a:lt1>
      <a:dk2>
        <a:srgbClr val="55595D"/>
      </a:dk2>
      <a:lt2>
        <a:srgbClr val="CCDDEA"/>
      </a:lt2>
      <a:accent1>
        <a:srgbClr val="FF6D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8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C47821-234E-4B74-90BA-B571D74A800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22e3d38-55b6-4daf-bea1-1b370e4499d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11028</TotalTime>
  <Words>2046</Words>
  <Application>Microsoft Office PowerPoint</Application>
  <PresentationFormat>Widescreen</PresentationFormat>
  <Paragraphs>219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Roboto</vt:lpstr>
      <vt:lpstr>Calibri</vt:lpstr>
      <vt:lpstr>Roboto Slab</vt:lpstr>
      <vt:lpstr>Arial</vt:lpstr>
      <vt:lpstr>Office Theme</vt:lpstr>
      <vt:lpstr>Memory-Based Detection of Golden Ticket and SID History Abuse in Active Directory </vt:lpstr>
      <vt:lpstr>PowerPoint Presentation</vt:lpstr>
      <vt:lpstr>Introduction </vt:lpstr>
      <vt:lpstr>Introduction </vt:lpstr>
      <vt:lpstr>Literature Review </vt:lpstr>
      <vt:lpstr>Literature Review </vt:lpstr>
      <vt:lpstr>Problem Statement</vt:lpstr>
      <vt:lpstr>Problem Statement</vt:lpstr>
      <vt:lpstr>Project Objectives</vt:lpstr>
      <vt:lpstr>Project Methodology</vt:lpstr>
      <vt:lpstr>Resource Specifications </vt:lpstr>
      <vt:lpstr>Software Design</vt:lpstr>
      <vt:lpstr>Implementation</vt:lpstr>
      <vt:lpstr>Demo</vt:lpstr>
      <vt:lpstr>Testing and Validation</vt:lpstr>
      <vt:lpstr>Analysis and Results </vt:lpstr>
      <vt:lpstr>Suggestions and Conclusion</vt:lpstr>
      <vt:lpstr>References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CIVIL ENGINEERING</dc:title>
  <dc:creator>sri</dc:creator>
  <cp:lastModifiedBy>P RAHUL</cp:lastModifiedBy>
  <cp:revision>1508</cp:revision>
  <dcterms:created xsi:type="dcterms:W3CDTF">2021-05-05T08:22:29Z</dcterms:created>
  <dcterms:modified xsi:type="dcterms:W3CDTF">2026-08-18T08:04:49Z</dcterms:modified>
</cp:coreProperties>
</file>